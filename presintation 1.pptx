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2669540" cy="2346960"/>
          </a:xfrm>
          <a:custGeom>
            <a:avLst/>
            <a:gdLst/>
            <a:ahLst/>
            <a:cxnLst/>
            <a:rect l="l" t="t" r="r" b="b"/>
            <a:pathLst>
              <a:path w="2669540" h="2346960">
                <a:moveTo>
                  <a:pt x="77676" y="2333772"/>
                </a:moveTo>
                <a:lnTo>
                  <a:pt x="130381" y="2338693"/>
                </a:lnTo>
                <a:lnTo>
                  <a:pt x="178116" y="2342082"/>
                </a:lnTo>
                <a:lnTo>
                  <a:pt x="226108" y="2344515"/>
                </a:lnTo>
                <a:lnTo>
                  <a:pt x="274350" y="2345981"/>
                </a:lnTo>
                <a:lnTo>
                  <a:pt x="322831" y="2346472"/>
                </a:lnTo>
                <a:lnTo>
                  <a:pt x="371312" y="2345981"/>
                </a:lnTo>
                <a:lnTo>
                  <a:pt x="419553" y="2344515"/>
                </a:lnTo>
                <a:lnTo>
                  <a:pt x="467546" y="2342082"/>
                </a:lnTo>
                <a:lnTo>
                  <a:pt x="515280" y="2338693"/>
                </a:lnTo>
                <a:lnTo>
                  <a:pt x="562747" y="2334357"/>
                </a:lnTo>
                <a:lnTo>
                  <a:pt x="567985" y="2333772"/>
                </a:lnTo>
              </a:path>
              <a:path w="2669540" h="2346960">
                <a:moveTo>
                  <a:pt x="0" y="2324359"/>
                </a:moveTo>
                <a:lnTo>
                  <a:pt x="35726" y="2329083"/>
                </a:lnTo>
                <a:lnTo>
                  <a:pt x="77676" y="2333772"/>
                </a:lnTo>
              </a:path>
              <a:path w="2669540" h="2346960">
                <a:moveTo>
                  <a:pt x="567985" y="2333772"/>
                </a:moveTo>
                <a:lnTo>
                  <a:pt x="609936" y="2329083"/>
                </a:lnTo>
                <a:lnTo>
                  <a:pt x="656838" y="2322881"/>
                </a:lnTo>
                <a:lnTo>
                  <a:pt x="703445" y="2315760"/>
                </a:lnTo>
                <a:lnTo>
                  <a:pt x="746045" y="2308372"/>
                </a:lnTo>
              </a:path>
              <a:path w="2669540" h="2346960">
                <a:moveTo>
                  <a:pt x="746045" y="2308372"/>
                </a:moveTo>
                <a:lnTo>
                  <a:pt x="795732" y="2298799"/>
                </a:lnTo>
                <a:lnTo>
                  <a:pt x="841394" y="2288979"/>
                </a:lnTo>
                <a:lnTo>
                  <a:pt x="886722" y="2278276"/>
                </a:lnTo>
                <a:lnTo>
                  <a:pt x="931706" y="2266703"/>
                </a:lnTo>
                <a:lnTo>
                  <a:pt x="976338" y="2254267"/>
                </a:lnTo>
                <a:lnTo>
                  <a:pt x="1020608" y="2240978"/>
                </a:lnTo>
                <a:lnTo>
                  <a:pt x="1064506" y="2226846"/>
                </a:lnTo>
                <a:lnTo>
                  <a:pt x="1108023" y="2211880"/>
                </a:lnTo>
                <a:lnTo>
                  <a:pt x="1151150" y="2196089"/>
                </a:lnTo>
                <a:lnTo>
                  <a:pt x="1193876" y="2179484"/>
                </a:lnTo>
                <a:lnTo>
                  <a:pt x="1236194" y="2162072"/>
                </a:lnTo>
                <a:lnTo>
                  <a:pt x="1278093" y="2143865"/>
                </a:lnTo>
                <a:lnTo>
                  <a:pt x="1319563" y="2124871"/>
                </a:lnTo>
                <a:lnTo>
                  <a:pt x="1360628" y="2105152"/>
                </a:lnTo>
                <a:lnTo>
                  <a:pt x="1401182" y="2084560"/>
                </a:lnTo>
                <a:lnTo>
                  <a:pt x="1441311" y="2063262"/>
                </a:lnTo>
                <a:lnTo>
                  <a:pt x="1480975" y="2041215"/>
                </a:lnTo>
                <a:lnTo>
                  <a:pt x="1520163" y="2018429"/>
                </a:lnTo>
                <a:lnTo>
                  <a:pt x="1558866" y="1994913"/>
                </a:lnTo>
                <a:lnTo>
                  <a:pt x="1597075" y="1970675"/>
                </a:lnTo>
                <a:lnTo>
                  <a:pt x="1634780" y="1945727"/>
                </a:lnTo>
                <a:lnTo>
                  <a:pt x="1671973" y="1920077"/>
                </a:lnTo>
                <a:lnTo>
                  <a:pt x="1708642" y="1893734"/>
                </a:lnTo>
                <a:lnTo>
                  <a:pt x="1744780" y="1866708"/>
                </a:lnTo>
                <a:lnTo>
                  <a:pt x="1780376" y="1839009"/>
                </a:lnTo>
                <a:lnTo>
                  <a:pt x="1815422" y="1810646"/>
                </a:lnTo>
                <a:lnTo>
                  <a:pt x="1849907" y="1781628"/>
                </a:lnTo>
                <a:lnTo>
                  <a:pt x="1883822" y="1751965"/>
                </a:lnTo>
                <a:lnTo>
                  <a:pt x="1917159" y="1721666"/>
                </a:lnTo>
                <a:lnTo>
                  <a:pt x="1949906" y="1690741"/>
                </a:lnTo>
                <a:lnTo>
                  <a:pt x="1982056" y="1659198"/>
                </a:lnTo>
                <a:lnTo>
                  <a:pt x="2013598" y="1627049"/>
                </a:lnTo>
                <a:lnTo>
                  <a:pt x="2044523" y="1594301"/>
                </a:lnTo>
                <a:lnTo>
                  <a:pt x="2074822" y="1560965"/>
                </a:lnTo>
                <a:lnTo>
                  <a:pt x="2104485" y="1527049"/>
                </a:lnTo>
                <a:lnTo>
                  <a:pt x="2133503" y="1492564"/>
                </a:lnTo>
                <a:lnTo>
                  <a:pt x="2161866" y="1457519"/>
                </a:lnTo>
                <a:lnTo>
                  <a:pt x="2189566" y="1421923"/>
                </a:lnTo>
                <a:lnTo>
                  <a:pt x="2216591" y="1385785"/>
                </a:lnTo>
                <a:lnTo>
                  <a:pt x="2242934" y="1349115"/>
                </a:lnTo>
                <a:lnTo>
                  <a:pt x="2268584" y="1311923"/>
                </a:lnTo>
                <a:lnTo>
                  <a:pt x="2293533" y="1274218"/>
                </a:lnTo>
                <a:lnTo>
                  <a:pt x="2317770" y="1236009"/>
                </a:lnTo>
                <a:lnTo>
                  <a:pt x="2341287" y="1197305"/>
                </a:lnTo>
                <a:lnTo>
                  <a:pt x="2364073" y="1158117"/>
                </a:lnTo>
                <a:lnTo>
                  <a:pt x="2386120" y="1118454"/>
                </a:lnTo>
                <a:lnTo>
                  <a:pt x="2407418" y="1078325"/>
                </a:lnTo>
                <a:lnTo>
                  <a:pt x="2427957" y="1037739"/>
                </a:lnTo>
                <a:lnTo>
                  <a:pt x="2447728" y="996706"/>
                </a:lnTo>
                <a:lnTo>
                  <a:pt x="2466723" y="955235"/>
                </a:lnTo>
                <a:lnTo>
                  <a:pt x="2484930" y="913336"/>
                </a:lnTo>
                <a:lnTo>
                  <a:pt x="2502341" y="871019"/>
                </a:lnTo>
                <a:lnTo>
                  <a:pt x="2518947" y="828292"/>
                </a:lnTo>
                <a:lnTo>
                  <a:pt x="2534737" y="785165"/>
                </a:lnTo>
                <a:lnTo>
                  <a:pt x="2549703" y="741648"/>
                </a:lnTo>
                <a:lnTo>
                  <a:pt x="2563836" y="697750"/>
                </a:lnTo>
                <a:lnTo>
                  <a:pt x="2577124" y="653480"/>
                </a:lnTo>
                <a:lnTo>
                  <a:pt x="2589560" y="608849"/>
                </a:lnTo>
                <a:lnTo>
                  <a:pt x="2601134" y="563864"/>
                </a:lnTo>
                <a:lnTo>
                  <a:pt x="2611836" y="518536"/>
                </a:lnTo>
                <a:lnTo>
                  <a:pt x="2621657" y="472875"/>
                </a:lnTo>
                <a:lnTo>
                  <a:pt x="2630587" y="426889"/>
                </a:lnTo>
                <a:lnTo>
                  <a:pt x="2638618" y="380588"/>
                </a:lnTo>
                <a:lnTo>
                  <a:pt x="2645739" y="333981"/>
                </a:lnTo>
                <a:lnTo>
                  <a:pt x="2651941" y="287078"/>
                </a:lnTo>
                <a:lnTo>
                  <a:pt x="2657215" y="239889"/>
                </a:lnTo>
                <a:lnTo>
                  <a:pt x="2661551" y="192423"/>
                </a:lnTo>
                <a:lnTo>
                  <a:pt x="2664940" y="144688"/>
                </a:lnTo>
                <a:lnTo>
                  <a:pt x="2667277" y="98567"/>
                </a:lnTo>
                <a:lnTo>
                  <a:pt x="2668954" y="48455"/>
                </a:lnTo>
                <a:lnTo>
                  <a:pt x="2669254" y="9671"/>
                </a:lnTo>
                <a:lnTo>
                  <a:pt x="2669329" y="0"/>
                </a:lnTo>
              </a:path>
            </a:pathLst>
          </a:custGeom>
          <a:ln w="1905000">
            <a:solidFill>
              <a:srgbClr val="135C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239602" y="1122782"/>
            <a:ext cx="7019925" cy="9164320"/>
          </a:xfrm>
          <a:custGeom>
            <a:avLst/>
            <a:gdLst/>
            <a:ahLst/>
            <a:cxnLst/>
            <a:rect l="l" t="t" r="r" b="b"/>
            <a:pathLst>
              <a:path w="7019925" h="9164320">
                <a:moveTo>
                  <a:pt x="7019697" y="9164217"/>
                </a:moveTo>
                <a:lnTo>
                  <a:pt x="0" y="9164217"/>
                </a:lnTo>
                <a:lnTo>
                  <a:pt x="0" y="3534374"/>
                </a:lnTo>
                <a:lnTo>
                  <a:pt x="968" y="3488055"/>
                </a:lnTo>
                <a:lnTo>
                  <a:pt x="2620" y="3436727"/>
                </a:lnTo>
                <a:lnTo>
                  <a:pt x="4953" y="3385605"/>
                </a:lnTo>
                <a:lnTo>
                  <a:pt x="7961" y="3334695"/>
                </a:lnTo>
                <a:lnTo>
                  <a:pt x="11639" y="3284000"/>
                </a:lnTo>
                <a:lnTo>
                  <a:pt x="15985" y="3233525"/>
                </a:lnTo>
                <a:lnTo>
                  <a:pt x="20991" y="3183273"/>
                </a:lnTo>
                <a:lnTo>
                  <a:pt x="26655" y="3133250"/>
                </a:lnTo>
                <a:lnTo>
                  <a:pt x="32972" y="3083460"/>
                </a:lnTo>
                <a:lnTo>
                  <a:pt x="39937" y="3033906"/>
                </a:lnTo>
                <a:lnTo>
                  <a:pt x="47546" y="2984593"/>
                </a:lnTo>
                <a:lnTo>
                  <a:pt x="55794" y="2935526"/>
                </a:lnTo>
                <a:lnTo>
                  <a:pt x="64772" y="2886224"/>
                </a:lnTo>
                <a:lnTo>
                  <a:pt x="74229" y="2837960"/>
                </a:lnTo>
                <a:lnTo>
                  <a:pt x="84306" y="2789945"/>
                </a:lnTo>
                <a:lnTo>
                  <a:pt x="95087" y="2741800"/>
                </a:lnTo>
                <a:lnTo>
                  <a:pt x="106463" y="2694025"/>
                </a:lnTo>
                <a:lnTo>
                  <a:pt x="118451" y="2646522"/>
                </a:lnTo>
                <a:lnTo>
                  <a:pt x="131047" y="2599294"/>
                </a:lnTo>
                <a:lnTo>
                  <a:pt x="144245" y="2552346"/>
                </a:lnTo>
                <a:lnTo>
                  <a:pt x="158042" y="2505683"/>
                </a:lnTo>
                <a:lnTo>
                  <a:pt x="172433" y="2459308"/>
                </a:lnTo>
                <a:lnTo>
                  <a:pt x="187413" y="2413226"/>
                </a:lnTo>
                <a:lnTo>
                  <a:pt x="202979" y="2367441"/>
                </a:lnTo>
                <a:lnTo>
                  <a:pt x="219124" y="2321958"/>
                </a:lnTo>
                <a:lnTo>
                  <a:pt x="235846" y="2276780"/>
                </a:lnTo>
                <a:lnTo>
                  <a:pt x="253138" y="2231913"/>
                </a:lnTo>
                <a:lnTo>
                  <a:pt x="270998" y="2187360"/>
                </a:lnTo>
                <a:lnTo>
                  <a:pt x="289420" y="2143126"/>
                </a:lnTo>
                <a:lnTo>
                  <a:pt x="308399" y="2099215"/>
                </a:lnTo>
                <a:lnTo>
                  <a:pt x="327932" y="2055632"/>
                </a:lnTo>
                <a:lnTo>
                  <a:pt x="348013" y="2012380"/>
                </a:lnTo>
                <a:lnTo>
                  <a:pt x="368639" y="1969464"/>
                </a:lnTo>
                <a:lnTo>
                  <a:pt x="389804" y="1926888"/>
                </a:lnTo>
                <a:lnTo>
                  <a:pt x="411504" y="1884657"/>
                </a:lnTo>
                <a:lnTo>
                  <a:pt x="433735" y="1842775"/>
                </a:lnTo>
                <a:lnTo>
                  <a:pt x="456492" y="1801246"/>
                </a:lnTo>
                <a:lnTo>
                  <a:pt x="479771" y="1760075"/>
                </a:lnTo>
                <a:lnTo>
                  <a:pt x="503566" y="1719266"/>
                </a:lnTo>
                <a:lnTo>
                  <a:pt x="527874" y="1678823"/>
                </a:lnTo>
                <a:lnTo>
                  <a:pt x="552690" y="1638750"/>
                </a:lnTo>
                <a:lnTo>
                  <a:pt x="578010" y="1599052"/>
                </a:lnTo>
                <a:lnTo>
                  <a:pt x="603828" y="1559733"/>
                </a:lnTo>
                <a:lnTo>
                  <a:pt x="630141" y="1520797"/>
                </a:lnTo>
                <a:lnTo>
                  <a:pt x="656943" y="1482250"/>
                </a:lnTo>
                <a:lnTo>
                  <a:pt x="684231" y="1444094"/>
                </a:lnTo>
                <a:lnTo>
                  <a:pt x="712000" y="1406334"/>
                </a:lnTo>
                <a:lnTo>
                  <a:pt x="740245" y="1368976"/>
                </a:lnTo>
                <a:lnTo>
                  <a:pt x="768962" y="1332022"/>
                </a:lnTo>
                <a:lnTo>
                  <a:pt x="798146" y="1295477"/>
                </a:lnTo>
                <a:lnTo>
                  <a:pt x="827793" y="1259346"/>
                </a:lnTo>
                <a:lnTo>
                  <a:pt x="857898" y="1223633"/>
                </a:lnTo>
                <a:lnTo>
                  <a:pt x="888457" y="1188342"/>
                </a:lnTo>
                <a:lnTo>
                  <a:pt x="919465" y="1153478"/>
                </a:lnTo>
                <a:lnTo>
                  <a:pt x="950917" y="1119044"/>
                </a:lnTo>
                <a:lnTo>
                  <a:pt x="982810" y="1085045"/>
                </a:lnTo>
                <a:lnTo>
                  <a:pt x="1015138" y="1051486"/>
                </a:lnTo>
                <a:lnTo>
                  <a:pt x="1047897" y="1018371"/>
                </a:lnTo>
                <a:lnTo>
                  <a:pt x="1081083" y="985703"/>
                </a:lnTo>
                <a:lnTo>
                  <a:pt x="1114691" y="953488"/>
                </a:lnTo>
                <a:lnTo>
                  <a:pt x="1148716" y="921730"/>
                </a:lnTo>
                <a:lnTo>
                  <a:pt x="1183155" y="890433"/>
                </a:lnTo>
                <a:lnTo>
                  <a:pt x="1218001" y="859601"/>
                </a:lnTo>
                <a:lnTo>
                  <a:pt x="1253252" y="829238"/>
                </a:lnTo>
                <a:lnTo>
                  <a:pt x="1288902" y="799349"/>
                </a:lnTo>
                <a:lnTo>
                  <a:pt x="1324947" y="769939"/>
                </a:lnTo>
                <a:lnTo>
                  <a:pt x="1361382" y="741011"/>
                </a:lnTo>
                <a:lnTo>
                  <a:pt x="1398203" y="712570"/>
                </a:lnTo>
                <a:lnTo>
                  <a:pt x="1435405" y="684620"/>
                </a:lnTo>
                <a:lnTo>
                  <a:pt x="1472984" y="657165"/>
                </a:lnTo>
                <a:lnTo>
                  <a:pt x="1510935" y="630211"/>
                </a:lnTo>
                <a:lnTo>
                  <a:pt x="1549254" y="603760"/>
                </a:lnTo>
                <a:lnTo>
                  <a:pt x="1587936" y="577818"/>
                </a:lnTo>
                <a:lnTo>
                  <a:pt x="1626977" y="552388"/>
                </a:lnTo>
                <a:lnTo>
                  <a:pt x="1666372" y="527475"/>
                </a:lnTo>
                <a:lnTo>
                  <a:pt x="1706117" y="503084"/>
                </a:lnTo>
                <a:lnTo>
                  <a:pt x="1746207" y="479218"/>
                </a:lnTo>
                <a:lnTo>
                  <a:pt x="1786637" y="455882"/>
                </a:lnTo>
                <a:lnTo>
                  <a:pt x="1827201" y="433193"/>
                </a:lnTo>
                <a:lnTo>
                  <a:pt x="1868501" y="410817"/>
                </a:lnTo>
                <a:lnTo>
                  <a:pt x="1909926" y="389097"/>
                </a:lnTo>
                <a:lnTo>
                  <a:pt x="1951673" y="367924"/>
                </a:lnTo>
                <a:lnTo>
                  <a:pt x="1993738" y="347302"/>
                </a:lnTo>
                <a:lnTo>
                  <a:pt x="2036117" y="327236"/>
                </a:lnTo>
                <a:lnTo>
                  <a:pt x="2078804" y="307731"/>
                </a:lnTo>
                <a:lnTo>
                  <a:pt x="2121796" y="288789"/>
                </a:lnTo>
                <a:lnTo>
                  <a:pt x="2165088" y="270416"/>
                </a:lnTo>
                <a:lnTo>
                  <a:pt x="2208675" y="252617"/>
                </a:lnTo>
                <a:lnTo>
                  <a:pt x="2252553" y="235394"/>
                </a:lnTo>
                <a:lnTo>
                  <a:pt x="2296717" y="218754"/>
                </a:lnTo>
                <a:lnTo>
                  <a:pt x="2341163" y="202699"/>
                </a:lnTo>
                <a:lnTo>
                  <a:pt x="2386267" y="187622"/>
                </a:lnTo>
                <a:lnTo>
                  <a:pt x="2431883" y="173001"/>
                </a:lnTo>
                <a:lnTo>
                  <a:pt x="2477983" y="158851"/>
                </a:lnTo>
                <a:lnTo>
                  <a:pt x="2524542" y="145189"/>
                </a:lnTo>
                <a:lnTo>
                  <a:pt x="2571534" y="132032"/>
                </a:lnTo>
                <a:lnTo>
                  <a:pt x="2618932" y="119396"/>
                </a:lnTo>
                <a:lnTo>
                  <a:pt x="2666710" y="107298"/>
                </a:lnTo>
                <a:lnTo>
                  <a:pt x="2714843" y="95754"/>
                </a:lnTo>
                <a:lnTo>
                  <a:pt x="2763303" y="84781"/>
                </a:lnTo>
                <a:lnTo>
                  <a:pt x="2812064" y="74396"/>
                </a:lnTo>
                <a:lnTo>
                  <a:pt x="2861102" y="64615"/>
                </a:lnTo>
                <a:lnTo>
                  <a:pt x="2910388" y="55455"/>
                </a:lnTo>
                <a:lnTo>
                  <a:pt x="2959898" y="46932"/>
                </a:lnTo>
                <a:lnTo>
                  <a:pt x="3009604" y="39063"/>
                </a:lnTo>
                <a:lnTo>
                  <a:pt x="3059481" y="31865"/>
                </a:lnTo>
                <a:lnTo>
                  <a:pt x="3109503" y="25355"/>
                </a:lnTo>
                <a:lnTo>
                  <a:pt x="3159643" y="19548"/>
                </a:lnTo>
                <a:lnTo>
                  <a:pt x="3209875" y="14461"/>
                </a:lnTo>
                <a:lnTo>
                  <a:pt x="3260173" y="10111"/>
                </a:lnTo>
                <a:lnTo>
                  <a:pt x="3310511" y="6515"/>
                </a:lnTo>
                <a:lnTo>
                  <a:pt x="3360863" y="3690"/>
                </a:lnTo>
                <a:lnTo>
                  <a:pt x="3411202" y="1651"/>
                </a:lnTo>
                <a:lnTo>
                  <a:pt x="3461502" y="415"/>
                </a:lnTo>
                <a:lnTo>
                  <a:pt x="3511738" y="0"/>
                </a:lnTo>
                <a:lnTo>
                  <a:pt x="3567575" y="415"/>
                </a:lnTo>
                <a:lnTo>
                  <a:pt x="3565212" y="415"/>
                </a:lnTo>
                <a:lnTo>
                  <a:pt x="3620603" y="1651"/>
                </a:lnTo>
                <a:lnTo>
                  <a:pt x="3618821" y="1651"/>
                </a:lnTo>
                <a:lnTo>
                  <a:pt x="3668066" y="3479"/>
                </a:lnTo>
                <a:lnTo>
                  <a:pt x="3719796" y="6166"/>
                </a:lnTo>
                <a:lnTo>
                  <a:pt x="3771325" y="9602"/>
                </a:lnTo>
                <a:lnTo>
                  <a:pt x="3822644" y="13782"/>
                </a:lnTo>
                <a:lnTo>
                  <a:pt x="3873747" y="18698"/>
                </a:lnTo>
                <a:lnTo>
                  <a:pt x="3924625" y="24342"/>
                </a:lnTo>
                <a:lnTo>
                  <a:pt x="3975271" y="30706"/>
                </a:lnTo>
                <a:lnTo>
                  <a:pt x="4025678" y="37783"/>
                </a:lnTo>
                <a:lnTo>
                  <a:pt x="4075839" y="45565"/>
                </a:lnTo>
                <a:lnTo>
                  <a:pt x="4125745" y="54045"/>
                </a:lnTo>
                <a:lnTo>
                  <a:pt x="4175390" y="63215"/>
                </a:lnTo>
                <a:lnTo>
                  <a:pt x="4224765" y="73069"/>
                </a:lnTo>
                <a:lnTo>
                  <a:pt x="4273864" y="83597"/>
                </a:lnTo>
                <a:lnTo>
                  <a:pt x="4322679" y="94793"/>
                </a:lnTo>
                <a:lnTo>
                  <a:pt x="4371202" y="106649"/>
                </a:lnTo>
                <a:lnTo>
                  <a:pt x="4419427" y="119158"/>
                </a:lnTo>
                <a:lnTo>
                  <a:pt x="4467344" y="132311"/>
                </a:lnTo>
                <a:lnTo>
                  <a:pt x="4514948" y="146103"/>
                </a:lnTo>
                <a:lnTo>
                  <a:pt x="4562230" y="160524"/>
                </a:lnTo>
                <a:lnTo>
                  <a:pt x="4609184" y="175567"/>
                </a:lnTo>
                <a:lnTo>
                  <a:pt x="4655801" y="191226"/>
                </a:lnTo>
                <a:lnTo>
                  <a:pt x="4663388" y="195051"/>
                </a:lnTo>
                <a:lnTo>
                  <a:pt x="4670960" y="195051"/>
                </a:lnTo>
                <a:lnTo>
                  <a:pt x="4678534" y="198874"/>
                </a:lnTo>
                <a:lnTo>
                  <a:pt x="4722491" y="215303"/>
                </a:lnTo>
                <a:lnTo>
                  <a:pt x="4766188" y="232310"/>
                </a:lnTo>
                <a:lnTo>
                  <a:pt x="4809620" y="249890"/>
                </a:lnTo>
                <a:lnTo>
                  <a:pt x="4852782" y="268039"/>
                </a:lnTo>
                <a:lnTo>
                  <a:pt x="4895670" y="286752"/>
                </a:lnTo>
                <a:lnTo>
                  <a:pt x="4938277" y="306026"/>
                </a:lnTo>
                <a:lnTo>
                  <a:pt x="4980600" y="325856"/>
                </a:lnTo>
                <a:lnTo>
                  <a:pt x="5022634" y="346237"/>
                </a:lnTo>
                <a:lnTo>
                  <a:pt x="5064373" y="367166"/>
                </a:lnTo>
                <a:lnTo>
                  <a:pt x="5105813" y="388638"/>
                </a:lnTo>
                <a:lnTo>
                  <a:pt x="5146949" y="410648"/>
                </a:lnTo>
                <a:lnTo>
                  <a:pt x="5187776" y="433193"/>
                </a:lnTo>
                <a:lnTo>
                  <a:pt x="5228289" y="456268"/>
                </a:lnTo>
                <a:lnTo>
                  <a:pt x="5268483" y="479869"/>
                </a:lnTo>
                <a:lnTo>
                  <a:pt x="5308353" y="503992"/>
                </a:lnTo>
                <a:lnTo>
                  <a:pt x="5347895" y="528631"/>
                </a:lnTo>
                <a:lnTo>
                  <a:pt x="5387103" y="553783"/>
                </a:lnTo>
                <a:lnTo>
                  <a:pt x="5425974" y="579444"/>
                </a:lnTo>
                <a:lnTo>
                  <a:pt x="5464500" y="605609"/>
                </a:lnTo>
                <a:lnTo>
                  <a:pt x="5502679" y="632273"/>
                </a:lnTo>
                <a:lnTo>
                  <a:pt x="5540505" y="659434"/>
                </a:lnTo>
                <a:lnTo>
                  <a:pt x="5577973" y="687085"/>
                </a:lnTo>
                <a:lnTo>
                  <a:pt x="5615078" y="715223"/>
                </a:lnTo>
                <a:lnTo>
                  <a:pt x="5651816" y="743844"/>
                </a:lnTo>
                <a:lnTo>
                  <a:pt x="5688181" y="772943"/>
                </a:lnTo>
                <a:lnTo>
                  <a:pt x="5724168" y="802516"/>
                </a:lnTo>
                <a:lnTo>
                  <a:pt x="5759773" y="832559"/>
                </a:lnTo>
                <a:lnTo>
                  <a:pt x="5794991" y="863067"/>
                </a:lnTo>
                <a:lnTo>
                  <a:pt x="5829817" y="894036"/>
                </a:lnTo>
                <a:lnTo>
                  <a:pt x="5864246" y="925461"/>
                </a:lnTo>
                <a:lnTo>
                  <a:pt x="5898273" y="957339"/>
                </a:lnTo>
                <a:lnTo>
                  <a:pt x="5931894" y="989665"/>
                </a:lnTo>
                <a:lnTo>
                  <a:pt x="5965102" y="1022434"/>
                </a:lnTo>
                <a:lnTo>
                  <a:pt x="5997895" y="1055643"/>
                </a:lnTo>
                <a:lnTo>
                  <a:pt x="6030265" y="1089287"/>
                </a:lnTo>
                <a:lnTo>
                  <a:pt x="6062210" y="1123362"/>
                </a:lnTo>
                <a:lnTo>
                  <a:pt x="6093723" y="1157863"/>
                </a:lnTo>
                <a:lnTo>
                  <a:pt x="6124801" y="1192786"/>
                </a:lnTo>
                <a:lnTo>
                  <a:pt x="6155437" y="1228127"/>
                </a:lnTo>
                <a:lnTo>
                  <a:pt x="6185627" y="1263881"/>
                </a:lnTo>
                <a:lnTo>
                  <a:pt x="6215367" y="1300045"/>
                </a:lnTo>
                <a:lnTo>
                  <a:pt x="6244651" y="1336613"/>
                </a:lnTo>
                <a:lnTo>
                  <a:pt x="6273475" y="1373581"/>
                </a:lnTo>
                <a:lnTo>
                  <a:pt x="6301833" y="1410946"/>
                </a:lnTo>
                <a:lnTo>
                  <a:pt x="6329721" y="1448703"/>
                </a:lnTo>
                <a:lnTo>
                  <a:pt x="6357134" y="1486847"/>
                </a:lnTo>
                <a:lnTo>
                  <a:pt x="6384067" y="1525375"/>
                </a:lnTo>
                <a:lnTo>
                  <a:pt x="6410515" y="1564281"/>
                </a:lnTo>
                <a:lnTo>
                  <a:pt x="6436473" y="1603562"/>
                </a:lnTo>
                <a:lnTo>
                  <a:pt x="6461936" y="1643213"/>
                </a:lnTo>
                <a:lnTo>
                  <a:pt x="6486900" y="1683230"/>
                </a:lnTo>
                <a:lnTo>
                  <a:pt x="6511360" y="1723609"/>
                </a:lnTo>
                <a:lnTo>
                  <a:pt x="6535310" y="1764345"/>
                </a:lnTo>
                <a:lnTo>
                  <a:pt x="6558745" y="1805434"/>
                </a:lnTo>
                <a:lnTo>
                  <a:pt x="6581662" y="1846871"/>
                </a:lnTo>
                <a:lnTo>
                  <a:pt x="6604055" y="1888653"/>
                </a:lnTo>
                <a:lnTo>
                  <a:pt x="6625918" y="1930775"/>
                </a:lnTo>
                <a:lnTo>
                  <a:pt x="6647248" y="1973233"/>
                </a:lnTo>
                <a:lnTo>
                  <a:pt x="6668039" y="2016021"/>
                </a:lnTo>
                <a:lnTo>
                  <a:pt x="6688287" y="2059137"/>
                </a:lnTo>
                <a:lnTo>
                  <a:pt x="6707986" y="2102576"/>
                </a:lnTo>
                <a:lnTo>
                  <a:pt x="6727132" y="2146333"/>
                </a:lnTo>
                <a:lnTo>
                  <a:pt x="6745720" y="2190404"/>
                </a:lnTo>
                <a:lnTo>
                  <a:pt x="6763744" y="2234785"/>
                </a:lnTo>
                <a:lnTo>
                  <a:pt x="6781201" y="2279472"/>
                </a:lnTo>
                <a:lnTo>
                  <a:pt x="6798085" y="2324459"/>
                </a:lnTo>
                <a:lnTo>
                  <a:pt x="6814390" y="2369743"/>
                </a:lnTo>
                <a:lnTo>
                  <a:pt x="6830114" y="2415320"/>
                </a:lnTo>
                <a:lnTo>
                  <a:pt x="6845249" y="2461185"/>
                </a:lnTo>
                <a:lnTo>
                  <a:pt x="6859793" y="2507334"/>
                </a:lnTo>
                <a:lnTo>
                  <a:pt x="6873739" y="2553762"/>
                </a:lnTo>
                <a:lnTo>
                  <a:pt x="6887082" y="2600466"/>
                </a:lnTo>
                <a:lnTo>
                  <a:pt x="6899819" y="2647440"/>
                </a:lnTo>
                <a:lnTo>
                  <a:pt x="6911944" y="2694681"/>
                </a:lnTo>
                <a:lnTo>
                  <a:pt x="6923452" y="2742184"/>
                </a:lnTo>
                <a:lnTo>
                  <a:pt x="6934338" y="2789945"/>
                </a:lnTo>
                <a:lnTo>
                  <a:pt x="6944634" y="2838146"/>
                </a:lnTo>
                <a:lnTo>
                  <a:pt x="6954315" y="2886709"/>
                </a:lnTo>
                <a:lnTo>
                  <a:pt x="6963217" y="2934733"/>
                </a:lnTo>
                <a:lnTo>
                  <a:pt x="6971567" y="2983482"/>
                </a:lnTo>
                <a:lnTo>
                  <a:pt x="6979271" y="3032468"/>
                </a:lnTo>
                <a:lnTo>
                  <a:pt x="6986324" y="3081686"/>
                </a:lnTo>
                <a:lnTo>
                  <a:pt x="6992721" y="3131132"/>
                </a:lnTo>
                <a:lnTo>
                  <a:pt x="6998457" y="3180801"/>
                </a:lnTo>
                <a:lnTo>
                  <a:pt x="7003528" y="3230689"/>
                </a:lnTo>
                <a:lnTo>
                  <a:pt x="7007928" y="3280791"/>
                </a:lnTo>
                <a:lnTo>
                  <a:pt x="7011652" y="3331104"/>
                </a:lnTo>
                <a:lnTo>
                  <a:pt x="7014696" y="3381623"/>
                </a:lnTo>
                <a:lnTo>
                  <a:pt x="7017055" y="3432344"/>
                </a:lnTo>
                <a:lnTo>
                  <a:pt x="7018815" y="3488055"/>
                </a:lnTo>
                <a:lnTo>
                  <a:pt x="7019697" y="3534374"/>
                </a:lnTo>
                <a:lnTo>
                  <a:pt x="7019697" y="9164217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815777"/>
            <a:ext cx="6447790" cy="107314"/>
          </a:xfrm>
          <a:custGeom>
            <a:avLst/>
            <a:gdLst/>
            <a:ahLst/>
            <a:cxnLst/>
            <a:rect l="l" t="t" r="r" b="b"/>
            <a:pathLst>
              <a:path w="6447790" h="107314">
                <a:moveTo>
                  <a:pt x="6393742" y="107133"/>
                </a:moveTo>
                <a:lnTo>
                  <a:pt x="0" y="107133"/>
                </a:lnTo>
                <a:lnTo>
                  <a:pt x="0" y="0"/>
                </a:lnTo>
                <a:lnTo>
                  <a:pt x="6393742" y="0"/>
                </a:lnTo>
                <a:lnTo>
                  <a:pt x="6404242" y="1038"/>
                </a:lnTo>
                <a:lnTo>
                  <a:pt x="6438309" y="23847"/>
                </a:lnTo>
                <a:lnTo>
                  <a:pt x="6447308" y="53566"/>
                </a:lnTo>
                <a:lnTo>
                  <a:pt x="6446270" y="64065"/>
                </a:lnTo>
                <a:lnTo>
                  <a:pt x="6423461" y="98133"/>
                </a:lnTo>
                <a:lnTo>
                  <a:pt x="6393742" y="107133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47486" y="1410458"/>
            <a:ext cx="2857500" cy="162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rgbClr val="004AA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04AA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04AA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04AA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226" y="378562"/>
            <a:ext cx="7614920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rgbClr val="004AA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31268" y="2420886"/>
            <a:ext cx="10426065" cy="568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02353" y="0"/>
            <a:ext cx="16885920" cy="6009005"/>
            <a:chOff x="1402353" y="0"/>
            <a:chExt cx="16885920" cy="6009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353" y="1751097"/>
              <a:ext cx="15487650" cy="42576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115854" y="0"/>
              <a:ext cx="3172460" cy="3292475"/>
            </a:xfrm>
            <a:custGeom>
              <a:avLst/>
              <a:gdLst/>
              <a:ahLst/>
              <a:cxnLst/>
              <a:rect l="l" t="t" r="r" b="b"/>
              <a:pathLst>
                <a:path w="3172459" h="3292475">
                  <a:moveTo>
                    <a:pt x="802367" y="1282699"/>
                  </a:moveTo>
                  <a:lnTo>
                    <a:pt x="376445" y="1282699"/>
                  </a:lnTo>
                  <a:lnTo>
                    <a:pt x="330408" y="1257299"/>
                  </a:lnTo>
                  <a:lnTo>
                    <a:pt x="286557" y="1231899"/>
                  </a:lnTo>
                  <a:lnTo>
                    <a:pt x="245125" y="1193799"/>
                  </a:lnTo>
                  <a:lnTo>
                    <a:pt x="206346" y="1168399"/>
                  </a:lnTo>
                  <a:lnTo>
                    <a:pt x="170453" y="1142999"/>
                  </a:lnTo>
                  <a:lnTo>
                    <a:pt x="137682" y="1104899"/>
                  </a:lnTo>
                  <a:lnTo>
                    <a:pt x="108265" y="1054099"/>
                  </a:lnTo>
                  <a:lnTo>
                    <a:pt x="82437" y="1015999"/>
                  </a:lnTo>
                  <a:lnTo>
                    <a:pt x="60431" y="977899"/>
                  </a:lnTo>
                  <a:lnTo>
                    <a:pt x="41952" y="927099"/>
                  </a:lnTo>
                  <a:lnTo>
                    <a:pt x="27362" y="888999"/>
                  </a:lnTo>
                  <a:lnTo>
                    <a:pt x="16298" y="812799"/>
                  </a:lnTo>
                  <a:lnTo>
                    <a:pt x="8395" y="774699"/>
                  </a:lnTo>
                  <a:lnTo>
                    <a:pt x="3287" y="723899"/>
                  </a:lnTo>
                  <a:lnTo>
                    <a:pt x="610" y="685799"/>
                  </a:lnTo>
                  <a:lnTo>
                    <a:pt x="0" y="622299"/>
                  </a:lnTo>
                  <a:lnTo>
                    <a:pt x="1091" y="571499"/>
                  </a:lnTo>
                  <a:lnTo>
                    <a:pt x="3519" y="533399"/>
                  </a:lnTo>
                  <a:lnTo>
                    <a:pt x="6920" y="469899"/>
                  </a:lnTo>
                  <a:lnTo>
                    <a:pt x="11120" y="419099"/>
                  </a:lnTo>
                  <a:lnTo>
                    <a:pt x="15573" y="355599"/>
                  </a:lnTo>
                  <a:lnTo>
                    <a:pt x="19953" y="304799"/>
                  </a:lnTo>
                  <a:lnTo>
                    <a:pt x="23931" y="266699"/>
                  </a:lnTo>
                  <a:lnTo>
                    <a:pt x="27179" y="203199"/>
                  </a:lnTo>
                  <a:lnTo>
                    <a:pt x="28611" y="177799"/>
                  </a:lnTo>
                  <a:lnTo>
                    <a:pt x="29546" y="139699"/>
                  </a:lnTo>
                  <a:lnTo>
                    <a:pt x="29904" y="114299"/>
                  </a:lnTo>
                  <a:lnTo>
                    <a:pt x="29602" y="63499"/>
                  </a:lnTo>
                  <a:lnTo>
                    <a:pt x="29147" y="50799"/>
                  </a:lnTo>
                  <a:lnTo>
                    <a:pt x="28445" y="50799"/>
                  </a:lnTo>
                  <a:lnTo>
                    <a:pt x="27496" y="25399"/>
                  </a:lnTo>
                  <a:lnTo>
                    <a:pt x="26298" y="0"/>
                  </a:lnTo>
                  <a:lnTo>
                    <a:pt x="157656" y="0"/>
                  </a:lnTo>
                  <a:lnTo>
                    <a:pt x="160625" y="50799"/>
                  </a:lnTo>
                  <a:lnTo>
                    <a:pt x="162043" y="88899"/>
                  </a:lnTo>
                  <a:lnTo>
                    <a:pt x="161634" y="139699"/>
                  </a:lnTo>
                  <a:lnTo>
                    <a:pt x="159741" y="203199"/>
                  </a:lnTo>
                  <a:lnTo>
                    <a:pt x="156704" y="241299"/>
                  </a:lnTo>
                  <a:lnTo>
                    <a:pt x="152863" y="304799"/>
                  </a:lnTo>
                  <a:lnTo>
                    <a:pt x="148559" y="355599"/>
                  </a:lnTo>
                  <a:lnTo>
                    <a:pt x="144135" y="393699"/>
                  </a:lnTo>
                  <a:lnTo>
                    <a:pt x="139929" y="469899"/>
                  </a:lnTo>
                  <a:lnTo>
                    <a:pt x="136284" y="507999"/>
                  </a:lnTo>
                  <a:lnTo>
                    <a:pt x="133540" y="558799"/>
                  </a:lnTo>
                  <a:lnTo>
                    <a:pt x="131888" y="622299"/>
                  </a:lnTo>
                  <a:lnTo>
                    <a:pt x="131991" y="660399"/>
                  </a:lnTo>
                  <a:lnTo>
                    <a:pt x="132879" y="685799"/>
                  </a:lnTo>
                  <a:lnTo>
                    <a:pt x="133629" y="711199"/>
                  </a:lnTo>
                  <a:lnTo>
                    <a:pt x="134585" y="723899"/>
                  </a:lnTo>
                  <a:lnTo>
                    <a:pt x="135790" y="723899"/>
                  </a:lnTo>
                  <a:lnTo>
                    <a:pt x="137283" y="749299"/>
                  </a:lnTo>
                  <a:lnTo>
                    <a:pt x="137868" y="749299"/>
                  </a:lnTo>
                  <a:lnTo>
                    <a:pt x="138825" y="774699"/>
                  </a:lnTo>
                  <a:lnTo>
                    <a:pt x="141164" y="774699"/>
                  </a:lnTo>
                  <a:lnTo>
                    <a:pt x="142296" y="800099"/>
                  </a:lnTo>
                  <a:lnTo>
                    <a:pt x="143449" y="800099"/>
                  </a:lnTo>
                  <a:lnTo>
                    <a:pt x="153316" y="838199"/>
                  </a:lnTo>
                  <a:lnTo>
                    <a:pt x="165783" y="888999"/>
                  </a:lnTo>
                  <a:lnTo>
                    <a:pt x="181707" y="927099"/>
                  </a:lnTo>
                  <a:lnTo>
                    <a:pt x="201943" y="977899"/>
                  </a:lnTo>
                  <a:lnTo>
                    <a:pt x="227348" y="990599"/>
                  </a:lnTo>
                  <a:lnTo>
                    <a:pt x="234302" y="1015999"/>
                  </a:lnTo>
                  <a:lnTo>
                    <a:pt x="241689" y="1015999"/>
                  </a:lnTo>
                  <a:lnTo>
                    <a:pt x="250108" y="1041399"/>
                  </a:lnTo>
                  <a:lnTo>
                    <a:pt x="260159" y="1041399"/>
                  </a:lnTo>
                  <a:lnTo>
                    <a:pt x="270264" y="1054099"/>
                  </a:lnTo>
                  <a:lnTo>
                    <a:pt x="280721" y="1054099"/>
                  </a:lnTo>
                  <a:lnTo>
                    <a:pt x="291466" y="1079499"/>
                  </a:lnTo>
                  <a:lnTo>
                    <a:pt x="313449" y="1079499"/>
                  </a:lnTo>
                  <a:lnTo>
                    <a:pt x="316972" y="1104899"/>
                  </a:lnTo>
                  <a:lnTo>
                    <a:pt x="351954" y="1104899"/>
                  </a:lnTo>
                  <a:lnTo>
                    <a:pt x="363078" y="1130299"/>
                  </a:lnTo>
                  <a:lnTo>
                    <a:pt x="393164" y="1130299"/>
                  </a:lnTo>
                  <a:lnTo>
                    <a:pt x="396887" y="1142999"/>
                  </a:lnTo>
                  <a:lnTo>
                    <a:pt x="455098" y="1142999"/>
                  </a:lnTo>
                  <a:lnTo>
                    <a:pt x="468262" y="1168399"/>
                  </a:lnTo>
                  <a:lnTo>
                    <a:pt x="640181" y="1168399"/>
                  </a:lnTo>
                  <a:lnTo>
                    <a:pt x="658147" y="1193799"/>
                  </a:lnTo>
                  <a:lnTo>
                    <a:pt x="696646" y="1219199"/>
                  </a:lnTo>
                  <a:lnTo>
                    <a:pt x="737415" y="1231899"/>
                  </a:lnTo>
                  <a:lnTo>
                    <a:pt x="780158" y="1257299"/>
                  </a:lnTo>
                  <a:lnTo>
                    <a:pt x="802367" y="1282699"/>
                  </a:lnTo>
                  <a:close/>
                </a:path>
                <a:path w="3172459" h="3292475">
                  <a:moveTo>
                    <a:pt x="1823540" y="1308099"/>
                  </a:moveTo>
                  <a:lnTo>
                    <a:pt x="824577" y="1308099"/>
                  </a:lnTo>
                  <a:lnTo>
                    <a:pt x="780158" y="1257299"/>
                  </a:lnTo>
                  <a:lnTo>
                    <a:pt x="737415" y="1231899"/>
                  </a:lnTo>
                  <a:lnTo>
                    <a:pt x="696646" y="1219199"/>
                  </a:lnTo>
                  <a:lnTo>
                    <a:pt x="658147" y="1193799"/>
                  </a:lnTo>
                  <a:lnTo>
                    <a:pt x="622215" y="1142999"/>
                  </a:lnTo>
                  <a:lnTo>
                    <a:pt x="589147" y="1104899"/>
                  </a:lnTo>
                  <a:lnTo>
                    <a:pt x="559240" y="1054099"/>
                  </a:lnTo>
                  <a:lnTo>
                    <a:pt x="532790" y="1041399"/>
                  </a:lnTo>
                  <a:lnTo>
                    <a:pt x="510094" y="977899"/>
                  </a:lnTo>
                  <a:lnTo>
                    <a:pt x="490432" y="927099"/>
                  </a:lnTo>
                  <a:lnTo>
                    <a:pt x="475464" y="888999"/>
                  </a:lnTo>
                  <a:lnTo>
                    <a:pt x="465811" y="838199"/>
                  </a:lnTo>
                  <a:lnTo>
                    <a:pt x="462100" y="774699"/>
                  </a:lnTo>
                  <a:lnTo>
                    <a:pt x="464952" y="723899"/>
                  </a:lnTo>
                  <a:lnTo>
                    <a:pt x="474350" y="660399"/>
                  </a:lnTo>
                  <a:lnTo>
                    <a:pt x="489879" y="622299"/>
                  </a:lnTo>
                  <a:lnTo>
                    <a:pt x="511169" y="571499"/>
                  </a:lnTo>
                  <a:lnTo>
                    <a:pt x="537849" y="533399"/>
                  </a:lnTo>
                  <a:lnTo>
                    <a:pt x="569550" y="482599"/>
                  </a:lnTo>
                  <a:lnTo>
                    <a:pt x="603859" y="469899"/>
                  </a:lnTo>
                  <a:lnTo>
                    <a:pt x="641921" y="419099"/>
                  </a:lnTo>
                  <a:lnTo>
                    <a:pt x="683157" y="393699"/>
                  </a:lnTo>
                  <a:lnTo>
                    <a:pt x="726986" y="380999"/>
                  </a:lnTo>
                  <a:lnTo>
                    <a:pt x="772830" y="355599"/>
                  </a:lnTo>
                  <a:lnTo>
                    <a:pt x="964737" y="355599"/>
                  </a:lnTo>
                  <a:lnTo>
                    <a:pt x="1011947" y="380999"/>
                  </a:lnTo>
                  <a:lnTo>
                    <a:pt x="1055956" y="393699"/>
                  </a:lnTo>
                  <a:lnTo>
                    <a:pt x="1095227" y="419099"/>
                  </a:lnTo>
                  <a:lnTo>
                    <a:pt x="1129717" y="469899"/>
                  </a:lnTo>
                  <a:lnTo>
                    <a:pt x="869913" y="469899"/>
                  </a:lnTo>
                  <a:lnTo>
                    <a:pt x="861766" y="482599"/>
                  </a:lnTo>
                  <a:lnTo>
                    <a:pt x="782491" y="482599"/>
                  </a:lnTo>
                  <a:lnTo>
                    <a:pt x="773242" y="507999"/>
                  </a:lnTo>
                  <a:lnTo>
                    <a:pt x="744492" y="507999"/>
                  </a:lnTo>
                  <a:lnTo>
                    <a:pt x="737844" y="533399"/>
                  </a:lnTo>
                  <a:lnTo>
                    <a:pt x="710483" y="533399"/>
                  </a:lnTo>
                  <a:lnTo>
                    <a:pt x="700863" y="558799"/>
                  </a:lnTo>
                  <a:lnTo>
                    <a:pt x="691490" y="558799"/>
                  </a:lnTo>
                  <a:lnTo>
                    <a:pt x="682365" y="571499"/>
                  </a:lnTo>
                  <a:lnTo>
                    <a:pt x="662891" y="571499"/>
                  </a:lnTo>
                  <a:lnTo>
                    <a:pt x="657788" y="596899"/>
                  </a:lnTo>
                  <a:lnTo>
                    <a:pt x="647586" y="596899"/>
                  </a:lnTo>
                  <a:lnTo>
                    <a:pt x="644421" y="622299"/>
                  </a:lnTo>
                  <a:lnTo>
                    <a:pt x="637099" y="622299"/>
                  </a:lnTo>
                  <a:lnTo>
                    <a:pt x="630273" y="647699"/>
                  </a:lnTo>
                  <a:lnTo>
                    <a:pt x="623859" y="647699"/>
                  </a:lnTo>
                  <a:lnTo>
                    <a:pt x="617776" y="660399"/>
                  </a:lnTo>
                  <a:lnTo>
                    <a:pt x="611830" y="660399"/>
                  </a:lnTo>
                  <a:lnTo>
                    <a:pt x="610069" y="685799"/>
                  </a:lnTo>
                  <a:lnTo>
                    <a:pt x="604784" y="685799"/>
                  </a:lnTo>
                  <a:lnTo>
                    <a:pt x="602582" y="711199"/>
                  </a:lnTo>
                  <a:lnTo>
                    <a:pt x="599168" y="711199"/>
                  </a:lnTo>
                  <a:lnTo>
                    <a:pt x="597751" y="723899"/>
                  </a:lnTo>
                  <a:lnTo>
                    <a:pt x="595315" y="723899"/>
                  </a:lnTo>
                  <a:lnTo>
                    <a:pt x="594874" y="749299"/>
                  </a:lnTo>
                  <a:lnTo>
                    <a:pt x="593594" y="774699"/>
                  </a:lnTo>
                  <a:lnTo>
                    <a:pt x="594709" y="800099"/>
                  </a:lnTo>
                  <a:lnTo>
                    <a:pt x="598219" y="812799"/>
                  </a:lnTo>
                  <a:lnTo>
                    <a:pt x="604123" y="863599"/>
                  </a:lnTo>
                  <a:lnTo>
                    <a:pt x="621771" y="901699"/>
                  </a:lnTo>
                  <a:lnTo>
                    <a:pt x="677049" y="1015999"/>
                  </a:lnTo>
                  <a:lnTo>
                    <a:pt x="712905" y="1054099"/>
                  </a:lnTo>
                  <a:lnTo>
                    <a:pt x="747175" y="1079499"/>
                  </a:lnTo>
                  <a:lnTo>
                    <a:pt x="783432" y="1130299"/>
                  </a:lnTo>
                  <a:lnTo>
                    <a:pt x="790647" y="1130299"/>
                  </a:lnTo>
                  <a:lnTo>
                    <a:pt x="768584" y="1142999"/>
                  </a:lnTo>
                  <a:lnTo>
                    <a:pt x="741092" y="1142999"/>
                  </a:lnTo>
                  <a:lnTo>
                    <a:pt x="713270" y="1168399"/>
                  </a:lnTo>
                  <a:lnTo>
                    <a:pt x="863725" y="1168399"/>
                  </a:lnTo>
                  <a:lnTo>
                    <a:pt x="908670" y="1193799"/>
                  </a:lnTo>
                  <a:lnTo>
                    <a:pt x="954107" y="1193799"/>
                  </a:lnTo>
                  <a:lnTo>
                    <a:pt x="971482" y="1206499"/>
                  </a:lnTo>
                  <a:lnTo>
                    <a:pt x="945833" y="1219199"/>
                  </a:lnTo>
                  <a:lnTo>
                    <a:pt x="903385" y="1231899"/>
                  </a:lnTo>
                  <a:lnTo>
                    <a:pt x="858641" y="1257299"/>
                  </a:lnTo>
                  <a:lnTo>
                    <a:pt x="812563" y="1282699"/>
                  </a:lnTo>
                  <a:lnTo>
                    <a:pt x="1871269" y="1282699"/>
                  </a:lnTo>
                  <a:lnTo>
                    <a:pt x="1823540" y="1308099"/>
                  </a:lnTo>
                  <a:close/>
                </a:path>
                <a:path w="3172459" h="3292475">
                  <a:moveTo>
                    <a:pt x="971482" y="1206499"/>
                  </a:moveTo>
                  <a:lnTo>
                    <a:pt x="954107" y="1193799"/>
                  </a:lnTo>
                  <a:lnTo>
                    <a:pt x="908670" y="1193799"/>
                  </a:lnTo>
                  <a:lnTo>
                    <a:pt x="863725" y="1168399"/>
                  </a:lnTo>
                  <a:lnTo>
                    <a:pt x="822130" y="1142999"/>
                  </a:lnTo>
                  <a:lnTo>
                    <a:pt x="790647" y="1130299"/>
                  </a:lnTo>
                  <a:lnTo>
                    <a:pt x="839745" y="1130299"/>
                  </a:lnTo>
                  <a:lnTo>
                    <a:pt x="852049" y="1104899"/>
                  </a:lnTo>
                  <a:lnTo>
                    <a:pt x="876162" y="1104899"/>
                  </a:lnTo>
                  <a:lnTo>
                    <a:pt x="887970" y="1079499"/>
                  </a:lnTo>
                  <a:lnTo>
                    <a:pt x="912011" y="1079499"/>
                  </a:lnTo>
                  <a:lnTo>
                    <a:pt x="934297" y="1054099"/>
                  </a:lnTo>
                  <a:lnTo>
                    <a:pt x="955880" y="1041399"/>
                  </a:lnTo>
                  <a:lnTo>
                    <a:pt x="1010880" y="977899"/>
                  </a:lnTo>
                  <a:lnTo>
                    <a:pt x="1039759" y="952499"/>
                  </a:lnTo>
                  <a:lnTo>
                    <a:pt x="1064018" y="901699"/>
                  </a:lnTo>
                  <a:lnTo>
                    <a:pt x="1083226" y="863599"/>
                  </a:lnTo>
                  <a:lnTo>
                    <a:pt x="1101537" y="774699"/>
                  </a:lnTo>
                  <a:lnTo>
                    <a:pt x="1103939" y="749299"/>
                  </a:lnTo>
                  <a:lnTo>
                    <a:pt x="1103946" y="723899"/>
                  </a:lnTo>
                  <a:lnTo>
                    <a:pt x="1101352" y="711199"/>
                  </a:lnTo>
                  <a:lnTo>
                    <a:pt x="1101104" y="711199"/>
                  </a:lnTo>
                  <a:lnTo>
                    <a:pt x="1100082" y="685799"/>
                  </a:lnTo>
                  <a:lnTo>
                    <a:pt x="1096507" y="685799"/>
                  </a:lnTo>
                  <a:lnTo>
                    <a:pt x="1094739" y="660399"/>
                  </a:lnTo>
                  <a:lnTo>
                    <a:pt x="1090623" y="660399"/>
                  </a:lnTo>
                  <a:lnTo>
                    <a:pt x="1088359" y="647699"/>
                  </a:lnTo>
                  <a:lnTo>
                    <a:pt x="1084137" y="647699"/>
                  </a:lnTo>
                  <a:lnTo>
                    <a:pt x="1080679" y="622299"/>
                  </a:lnTo>
                  <a:lnTo>
                    <a:pt x="1076437" y="622299"/>
                  </a:lnTo>
                  <a:lnTo>
                    <a:pt x="1069862" y="596899"/>
                  </a:lnTo>
                  <a:lnTo>
                    <a:pt x="1056219" y="571499"/>
                  </a:lnTo>
                  <a:lnTo>
                    <a:pt x="1042308" y="558799"/>
                  </a:lnTo>
                  <a:lnTo>
                    <a:pt x="1026044" y="533399"/>
                  </a:lnTo>
                  <a:lnTo>
                    <a:pt x="1005341" y="533399"/>
                  </a:lnTo>
                  <a:lnTo>
                    <a:pt x="1000359" y="507999"/>
                  </a:lnTo>
                  <a:lnTo>
                    <a:pt x="974705" y="507999"/>
                  </a:lnTo>
                  <a:lnTo>
                    <a:pt x="968783" y="482599"/>
                  </a:lnTo>
                  <a:lnTo>
                    <a:pt x="891384" y="482599"/>
                  </a:lnTo>
                  <a:lnTo>
                    <a:pt x="884612" y="469899"/>
                  </a:lnTo>
                  <a:lnTo>
                    <a:pt x="1129717" y="469899"/>
                  </a:lnTo>
                  <a:lnTo>
                    <a:pt x="1159384" y="482599"/>
                  </a:lnTo>
                  <a:lnTo>
                    <a:pt x="1184185" y="533399"/>
                  </a:lnTo>
                  <a:lnTo>
                    <a:pt x="1204077" y="571499"/>
                  </a:lnTo>
                  <a:lnTo>
                    <a:pt x="1219017" y="622299"/>
                  </a:lnTo>
                  <a:lnTo>
                    <a:pt x="1228964" y="685799"/>
                  </a:lnTo>
                  <a:lnTo>
                    <a:pt x="1233873" y="723899"/>
                  </a:lnTo>
                  <a:lnTo>
                    <a:pt x="1233788" y="749299"/>
                  </a:lnTo>
                  <a:lnTo>
                    <a:pt x="1233703" y="774699"/>
                  </a:lnTo>
                  <a:lnTo>
                    <a:pt x="1228411" y="812799"/>
                  </a:lnTo>
                  <a:lnTo>
                    <a:pt x="1217794" y="863599"/>
                  </a:lnTo>
                  <a:lnTo>
                    <a:pt x="1202184" y="901699"/>
                  </a:lnTo>
                  <a:lnTo>
                    <a:pt x="1181984" y="952499"/>
                  </a:lnTo>
                  <a:lnTo>
                    <a:pt x="1157596" y="990599"/>
                  </a:lnTo>
                  <a:lnTo>
                    <a:pt x="1129422" y="1041399"/>
                  </a:lnTo>
                  <a:lnTo>
                    <a:pt x="1097864" y="1079499"/>
                  </a:lnTo>
                  <a:lnTo>
                    <a:pt x="1063324" y="1130299"/>
                  </a:lnTo>
                  <a:lnTo>
                    <a:pt x="1026204" y="1142999"/>
                  </a:lnTo>
                  <a:lnTo>
                    <a:pt x="986906" y="1193799"/>
                  </a:lnTo>
                  <a:lnTo>
                    <a:pt x="971482" y="1206499"/>
                  </a:lnTo>
                  <a:close/>
                </a:path>
                <a:path w="3172459" h="3292475">
                  <a:moveTo>
                    <a:pt x="594874" y="749299"/>
                  </a:moveTo>
                  <a:lnTo>
                    <a:pt x="595975" y="723899"/>
                  </a:lnTo>
                  <a:lnTo>
                    <a:pt x="596195" y="723899"/>
                  </a:lnTo>
                  <a:lnTo>
                    <a:pt x="594874" y="749299"/>
                  </a:lnTo>
                  <a:close/>
                </a:path>
                <a:path w="3172459" h="3292475">
                  <a:moveTo>
                    <a:pt x="396887" y="1142999"/>
                  </a:moveTo>
                  <a:lnTo>
                    <a:pt x="393164" y="1130299"/>
                  </a:lnTo>
                  <a:lnTo>
                    <a:pt x="394122" y="1130299"/>
                  </a:lnTo>
                  <a:lnTo>
                    <a:pt x="396887" y="1142999"/>
                  </a:lnTo>
                  <a:close/>
                </a:path>
                <a:path w="3172459" h="3292475">
                  <a:moveTo>
                    <a:pt x="405055" y="1142999"/>
                  </a:moveTo>
                  <a:lnTo>
                    <a:pt x="396887" y="1142999"/>
                  </a:lnTo>
                  <a:lnTo>
                    <a:pt x="394122" y="1130299"/>
                  </a:lnTo>
                  <a:lnTo>
                    <a:pt x="405055" y="1142999"/>
                  </a:lnTo>
                  <a:close/>
                </a:path>
                <a:path w="3172459" h="3292475">
                  <a:moveTo>
                    <a:pt x="863725" y="1168399"/>
                  </a:moveTo>
                  <a:lnTo>
                    <a:pt x="713270" y="1168399"/>
                  </a:lnTo>
                  <a:lnTo>
                    <a:pt x="741092" y="1142999"/>
                  </a:lnTo>
                  <a:lnTo>
                    <a:pt x="768584" y="1142999"/>
                  </a:lnTo>
                  <a:lnTo>
                    <a:pt x="790647" y="1130299"/>
                  </a:lnTo>
                  <a:lnTo>
                    <a:pt x="822130" y="1142999"/>
                  </a:lnTo>
                  <a:lnTo>
                    <a:pt x="863725" y="1168399"/>
                  </a:lnTo>
                  <a:close/>
                </a:path>
                <a:path w="3172459" h="3292475">
                  <a:moveTo>
                    <a:pt x="2476029" y="1142999"/>
                  </a:moveTo>
                  <a:lnTo>
                    <a:pt x="1923083" y="1142999"/>
                  </a:lnTo>
                  <a:lnTo>
                    <a:pt x="1972633" y="1130299"/>
                  </a:lnTo>
                  <a:lnTo>
                    <a:pt x="2425887" y="1130299"/>
                  </a:lnTo>
                  <a:lnTo>
                    <a:pt x="2476029" y="1142999"/>
                  </a:lnTo>
                  <a:close/>
                </a:path>
                <a:path w="3172459" h="3292475">
                  <a:moveTo>
                    <a:pt x="2575306" y="1168399"/>
                  </a:moveTo>
                  <a:lnTo>
                    <a:pt x="1824304" y="1168399"/>
                  </a:lnTo>
                  <a:lnTo>
                    <a:pt x="1873649" y="1142999"/>
                  </a:lnTo>
                  <a:lnTo>
                    <a:pt x="2525858" y="1142999"/>
                  </a:lnTo>
                  <a:lnTo>
                    <a:pt x="2575306" y="1168399"/>
                  </a:lnTo>
                  <a:close/>
                </a:path>
                <a:path w="3172459" h="3292475">
                  <a:moveTo>
                    <a:pt x="2720706" y="1219199"/>
                  </a:moveTo>
                  <a:lnTo>
                    <a:pt x="1578019" y="1219199"/>
                  </a:lnTo>
                  <a:lnTo>
                    <a:pt x="1627304" y="1193799"/>
                  </a:lnTo>
                  <a:lnTo>
                    <a:pt x="1676549" y="1193799"/>
                  </a:lnTo>
                  <a:lnTo>
                    <a:pt x="1725780" y="1168399"/>
                  </a:lnTo>
                  <a:lnTo>
                    <a:pt x="2624307" y="1168399"/>
                  </a:lnTo>
                  <a:lnTo>
                    <a:pt x="2720706" y="1219199"/>
                  </a:lnTo>
                  <a:close/>
                </a:path>
                <a:path w="3172459" h="3292475">
                  <a:moveTo>
                    <a:pt x="1919000" y="1282699"/>
                  </a:moveTo>
                  <a:lnTo>
                    <a:pt x="812563" y="1282699"/>
                  </a:lnTo>
                  <a:lnTo>
                    <a:pt x="858641" y="1257299"/>
                  </a:lnTo>
                  <a:lnTo>
                    <a:pt x="903385" y="1231899"/>
                  </a:lnTo>
                  <a:lnTo>
                    <a:pt x="945833" y="1219199"/>
                  </a:lnTo>
                  <a:lnTo>
                    <a:pt x="971482" y="1206499"/>
                  </a:lnTo>
                  <a:lnTo>
                    <a:pt x="1047335" y="1231899"/>
                  </a:lnTo>
                  <a:lnTo>
                    <a:pt x="2815313" y="1231899"/>
                  </a:lnTo>
                  <a:lnTo>
                    <a:pt x="2861835" y="1257299"/>
                  </a:lnTo>
                  <a:lnTo>
                    <a:pt x="1966733" y="1257299"/>
                  </a:lnTo>
                  <a:lnTo>
                    <a:pt x="1919000" y="1282699"/>
                  </a:lnTo>
                  <a:close/>
                </a:path>
                <a:path w="3172459" h="3292475">
                  <a:moveTo>
                    <a:pt x="2815313" y="1231899"/>
                  </a:moveTo>
                  <a:lnTo>
                    <a:pt x="1432025" y="1231899"/>
                  </a:lnTo>
                  <a:lnTo>
                    <a:pt x="1479228" y="1219199"/>
                  </a:lnTo>
                  <a:lnTo>
                    <a:pt x="2768255" y="1219199"/>
                  </a:lnTo>
                  <a:lnTo>
                    <a:pt x="2815313" y="1231899"/>
                  </a:lnTo>
                  <a:close/>
                </a:path>
                <a:path w="3172459" h="3292475">
                  <a:moveTo>
                    <a:pt x="3172146" y="1612899"/>
                  </a:moveTo>
                  <a:lnTo>
                    <a:pt x="3154373" y="1587499"/>
                  </a:lnTo>
                  <a:lnTo>
                    <a:pt x="3078815" y="1549399"/>
                  </a:lnTo>
                  <a:lnTo>
                    <a:pt x="3037144" y="1498599"/>
                  </a:lnTo>
                  <a:lnTo>
                    <a:pt x="2909632" y="1435099"/>
                  </a:lnTo>
                  <a:lnTo>
                    <a:pt x="2777626" y="1371599"/>
                  </a:lnTo>
                  <a:lnTo>
                    <a:pt x="2686649" y="1320799"/>
                  </a:lnTo>
                  <a:lnTo>
                    <a:pt x="2640162" y="1320799"/>
                  </a:lnTo>
                  <a:lnTo>
                    <a:pt x="2591839" y="1308099"/>
                  </a:lnTo>
                  <a:lnTo>
                    <a:pt x="2543094" y="1308099"/>
                  </a:lnTo>
                  <a:lnTo>
                    <a:pt x="2493979" y="1282699"/>
                  </a:lnTo>
                  <a:lnTo>
                    <a:pt x="2444547" y="1282699"/>
                  </a:lnTo>
                  <a:lnTo>
                    <a:pt x="2394850" y="1257299"/>
                  </a:lnTo>
                  <a:lnTo>
                    <a:pt x="2861835" y="1257299"/>
                  </a:lnTo>
                  <a:lnTo>
                    <a:pt x="2953096" y="1308099"/>
                  </a:lnTo>
                  <a:lnTo>
                    <a:pt x="3041686" y="1346199"/>
                  </a:lnTo>
                  <a:lnTo>
                    <a:pt x="3084871" y="1396999"/>
                  </a:lnTo>
                  <a:lnTo>
                    <a:pt x="3127255" y="1409699"/>
                  </a:lnTo>
                  <a:lnTo>
                    <a:pt x="3168797" y="1435099"/>
                  </a:lnTo>
                  <a:lnTo>
                    <a:pt x="3172146" y="1435099"/>
                  </a:lnTo>
                  <a:lnTo>
                    <a:pt x="3172146" y="1612899"/>
                  </a:lnTo>
                  <a:close/>
                </a:path>
                <a:path w="3172459" h="3292475">
                  <a:moveTo>
                    <a:pt x="717354" y="1308099"/>
                  </a:moveTo>
                  <a:lnTo>
                    <a:pt x="472626" y="1308099"/>
                  </a:lnTo>
                  <a:lnTo>
                    <a:pt x="424433" y="1282699"/>
                  </a:lnTo>
                  <a:lnTo>
                    <a:pt x="765388" y="1282699"/>
                  </a:lnTo>
                  <a:lnTo>
                    <a:pt x="717354" y="1308099"/>
                  </a:lnTo>
                  <a:close/>
                </a:path>
                <a:path w="3172459" h="3292475">
                  <a:moveTo>
                    <a:pt x="1584937" y="1346199"/>
                  </a:moveTo>
                  <a:lnTo>
                    <a:pt x="964926" y="1346199"/>
                  </a:lnTo>
                  <a:lnTo>
                    <a:pt x="870376" y="1308099"/>
                  </a:lnTo>
                  <a:lnTo>
                    <a:pt x="1728091" y="1308099"/>
                  </a:lnTo>
                  <a:lnTo>
                    <a:pt x="1680370" y="1320799"/>
                  </a:lnTo>
                  <a:lnTo>
                    <a:pt x="1632652" y="1320799"/>
                  </a:lnTo>
                  <a:lnTo>
                    <a:pt x="1584937" y="1346199"/>
                  </a:lnTo>
                  <a:close/>
                </a:path>
                <a:path w="3172459" h="3292475">
                  <a:moveTo>
                    <a:pt x="1441809" y="1371599"/>
                  </a:moveTo>
                  <a:lnTo>
                    <a:pt x="1060275" y="1371599"/>
                  </a:lnTo>
                  <a:lnTo>
                    <a:pt x="1012599" y="1346199"/>
                  </a:lnTo>
                  <a:lnTo>
                    <a:pt x="1489515" y="1346199"/>
                  </a:lnTo>
                  <a:lnTo>
                    <a:pt x="1441809" y="1371599"/>
                  </a:lnTo>
                  <a:close/>
                </a:path>
                <a:path w="3172459" h="3292475">
                  <a:moveTo>
                    <a:pt x="3093542" y="3160200"/>
                  </a:moveTo>
                  <a:lnTo>
                    <a:pt x="3014625" y="3160200"/>
                  </a:lnTo>
                  <a:lnTo>
                    <a:pt x="3038799" y="3138162"/>
                  </a:lnTo>
                  <a:lnTo>
                    <a:pt x="3078949" y="3138162"/>
                  </a:lnTo>
                  <a:lnTo>
                    <a:pt x="3093542" y="3160200"/>
                  </a:lnTo>
                  <a:close/>
                </a:path>
                <a:path w="3172459" h="3292475">
                  <a:moveTo>
                    <a:pt x="3172146" y="3292431"/>
                  </a:moveTo>
                  <a:lnTo>
                    <a:pt x="3078291" y="3292431"/>
                  </a:lnTo>
                  <a:lnTo>
                    <a:pt x="3029489" y="3270393"/>
                  </a:lnTo>
                  <a:lnTo>
                    <a:pt x="3006501" y="3270393"/>
                  </a:lnTo>
                  <a:lnTo>
                    <a:pt x="2989934" y="3248354"/>
                  </a:lnTo>
                  <a:lnTo>
                    <a:pt x="2981583" y="3226316"/>
                  </a:lnTo>
                  <a:lnTo>
                    <a:pt x="2983245" y="3182239"/>
                  </a:lnTo>
                  <a:lnTo>
                    <a:pt x="2995074" y="3160200"/>
                  </a:lnTo>
                  <a:lnTo>
                    <a:pt x="3172146" y="3160200"/>
                  </a:lnTo>
                  <a:lnTo>
                    <a:pt x="3172146" y="3292431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729314"/>
            <a:ext cx="3948754" cy="35576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35022" y="6530674"/>
            <a:ext cx="1279525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25" dirty="0">
                <a:solidFill>
                  <a:srgbClr val="252020"/>
                </a:solidFill>
                <a:latin typeface="Verdana"/>
                <a:cs typeface="Verdana"/>
              </a:rPr>
              <a:t>Cube</a:t>
            </a:r>
            <a:r>
              <a:rPr sz="5100" spc="-535" dirty="0">
                <a:solidFill>
                  <a:srgbClr val="252020"/>
                </a:solidFill>
                <a:latin typeface="Verdana"/>
                <a:cs typeface="Verdana"/>
              </a:rPr>
              <a:t> </a:t>
            </a:r>
            <a:r>
              <a:rPr sz="5100" spc="-280" dirty="0">
                <a:solidFill>
                  <a:srgbClr val="252020"/>
                </a:solidFill>
                <a:latin typeface="Verdana"/>
                <a:cs typeface="Verdana"/>
              </a:rPr>
              <a:t>Mind</a:t>
            </a:r>
            <a:r>
              <a:rPr sz="5100" spc="-535" dirty="0">
                <a:solidFill>
                  <a:srgbClr val="252020"/>
                </a:solidFill>
                <a:latin typeface="Verdana"/>
                <a:cs typeface="Verdana"/>
              </a:rPr>
              <a:t> </a:t>
            </a:r>
            <a:r>
              <a:rPr sz="5100" spc="-690" dirty="0">
                <a:solidFill>
                  <a:srgbClr val="252020"/>
                </a:solidFill>
                <a:latin typeface="Verdana"/>
                <a:cs typeface="Verdana"/>
              </a:rPr>
              <a:t>–</a:t>
            </a:r>
            <a:r>
              <a:rPr sz="5100" spc="-535" dirty="0">
                <a:solidFill>
                  <a:srgbClr val="252020"/>
                </a:solidFill>
                <a:latin typeface="Verdana"/>
                <a:cs typeface="Verdana"/>
              </a:rPr>
              <a:t> </a:t>
            </a:r>
            <a:r>
              <a:rPr sz="5100" spc="-434" dirty="0">
                <a:solidFill>
                  <a:srgbClr val="252020"/>
                </a:solidFill>
                <a:latin typeface="Verdana"/>
                <a:cs typeface="Verdana"/>
              </a:rPr>
              <a:t>Rubik’s</a:t>
            </a:r>
            <a:r>
              <a:rPr sz="5100" spc="-535" dirty="0">
                <a:solidFill>
                  <a:srgbClr val="252020"/>
                </a:solidFill>
                <a:latin typeface="Verdana"/>
                <a:cs typeface="Verdana"/>
              </a:rPr>
              <a:t> </a:t>
            </a:r>
            <a:r>
              <a:rPr sz="5100" spc="-325" dirty="0">
                <a:solidFill>
                  <a:srgbClr val="252020"/>
                </a:solidFill>
                <a:latin typeface="Verdana"/>
                <a:cs typeface="Verdana"/>
              </a:rPr>
              <a:t>Cube</a:t>
            </a:r>
            <a:r>
              <a:rPr sz="5100" spc="-535" dirty="0">
                <a:solidFill>
                  <a:srgbClr val="252020"/>
                </a:solidFill>
                <a:latin typeface="Verdana"/>
                <a:cs typeface="Verdana"/>
              </a:rPr>
              <a:t> </a:t>
            </a:r>
            <a:r>
              <a:rPr sz="5100" spc="-795" dirty="0">
                <a:solidFill>
                  <a:srgbClr val="252020"/>
                </a:solidFill>
                <a:latin typeface="Verdana"/>
                <a:cs typeface="Verdana"/>
              </a:rPr>
              <a:t>Solv</a:t>
            </a:r>
            <a:r>
              <a:rPr lang="en-US" sz="5100" spc="-795" dirty="0">
                <a:solidFill>
                  <a:srgbClr val="252020"/>
                </a:solidFill>
                <a:latin typeface="Verdana"/>
                <a:cs typeface="Verdana"/>
              </a:rPr>
              <a:t>er</a:t>
            </a:r>
            <a:endParaRPr sz="5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3988" y="172628"/>
            <a:ext cx="9401174" cy="4972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18156" y="2012354"/>
            <a:ext cx="493268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i="0" spc="-600" dirty="0">
                <a:solidFill>
                  <a:srgbClr val="000000"/>
                </a:solidFill>
                <a:latin typeface="Arial Black"/>
                <a:cs typeface="Arial Black"/>
              </a:rPr>
              <a:t>Team</a:t>
            </a:r>
            <a:r>
              <a:rPr sz="5200" b="0" i="0" spc="-49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b="0" i="0" spc="-345" dirty="0">
                <a:solidFill>
                  <a:srgbClr val="000000"/>
                </a:solidFill>
                <a:latin typeface="Arial Black"/>
                <a:cs typeface="Arial Black"/>
              </a:rPr>
              <a:t>Members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535934"/>
            <a:ext cx="1583055" cy="2603500"/>
          </a:xfrm>
          <a:custGeom>
            <a:avLst/>
            <a:gdLst/>
            <a:ahLst/>
            <a:cxnLst/>
            <a:rect l="l" t="t" r="r" b="b"/>
            <a:pathLst>
              <a:path w="1583055" h="2603500">
                <a:moveTo>
                  <a:pt x="1441749" y="2602983"/>
                </a:moveTo>
                <a:lnTo>
                  <a:pt x="141062" y="2602983"/>
                </a:lnTo>
                <a:lnTo>
                  <a:pt x="130187" y="2601907"/>
                </a:lnTo>
                <a:lnTo>
                  <a:pt x="72088" y="2577842"/>
                </a:lnTo>
                <a:lnTo>
                  <a:pt x="27205" y="2532959"/>
                </a:lnTo>
                <a:lnTo>
                  <a:pt x="3140" y="2474860"/>
                </a:lnTo>
                <a:lnTo>
                  <a:pt x="0" y="2443122"/>
                </a:lnTo>
                <a:lnTo>
                  <a:pt x="0" y="161925"/>
                </a:lnTo>
                <a:lnTo>
                  <a:pt x="12325" y="99958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1420886" y="0"/>
                </a:lnTo>
                <a:lnTo>
                  <a:pt x="1452624" y="3140"/>
                </a:lnTo>
                <a:lnTo>
                  <a:pt x="1510723" y="27205"/>
                </a:lnTo>
                <a:lnTo>
                  <a:pt x="1555606" y="72088"/>
                </a:lnTo>
                <a:lnTo>
                  <a:pt x="1579671" y="130187"/>
                </a:lnTo>
                <a:lnTo>
                  <a:pt x="1582811" y="161925"/>
                </a:lnTo>
                <a:lnTo>
                  <a:pt x="1582811" y="2443122"/>
                </a:lnTo>
                <a:lnTo>
                  <a:pt x="1570486" y="2505088"/>
                </a:lnTo>
                <a:lnTo>
                  <a:pt x="1535385" y="2557621"/>
                </a:lnTo>
                <a:lnTo>
                  <a:pt x="1482853" y="2592722"/>
                </a:lnTo>
                <a:lnTo>
                  <a:pt x="1441749" y="2602983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16038" y="1535935"/>
            <a:ext cx="1038225" cy="2605405"/>
          </a:xfrm>
          <a:custGeom>
            <a:avLst/>
            <a:gdLst/>
            <a:ahLst/>
            <a:cxnLst/>
            <a:rect l="l" t="t" r="r" b="b"/>
            <a:pathLst>
              <a:path w="1038225" h="2605404">
                <a:moveTo>
                  <a:pt x="875974" y="2605047"/>
                </a:moveTo>
                <a:lnTo>
                  <a:pt x="161924" y="2605047"/>
                </a:lnTo>
                <a:lnTo>
                  <a:pt x="130187" y="2601907"/>
                </a:lnTo>
                <a:lnTo>
                  <a:pt x="72088" y="2577842"/>
                </a:lnTo>
                <a:lnTo>
                  <a:pt x="27205" y="2532958"/>
                </a:lnTo>
                <a:lnTo>
                  <a:pt x="3140" y="2474860"/>
                </a:lnTo>
                <a:lnTo>
                  <a:pt x="0" y="2443122"/>
                </a:lnTo>
                <a:lnTo>
                  <a:pt x="0" y="161924"/>
                </a:lnTo>
                <a:lnTo>
                  <a:pt x="12325" y="99958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875974" y="0"/>
                </a:lnTo>
                <a:lnTo>
                  <a:pt x="937940" y="12325"/>
                </a:lnTo>
                <a:lnTo>
                  <a:pt x="990472" y="47426"/>
                </a:lnTo>
                <a:lnTo>
                  <a:pt x="1025573" y="99958"/>
                </a:lnTo>
                <a:lnTo>
                  <a:pt x="1037899" y="161924"/>
                </a:lnTo>
                <a:lnTo>
                  <a:pt x="1037899" y="2443122"/>
                </a:lnTo>
                <a:lnTo>
                  <a:pt x="1025573" y="2505088"/>
                </a:lnTo>
                <a:lnTo>
                  <a:pt x="990472" y="2557620"/>
                </a:lnTo>
                <a:lnTo>
                  <a:pt x="937940" y="2592721"/>
                </a:lnTo>
                <a:lnTo>
                  <a:pt x="875974" y="2605047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3487" y="1535935"/>
            <a:ext cx="626110" cy="2605405"/>
          </a:xfrm>
          <a:custGeom>
            <a:avLst/>
            <a:gdLst/>
            <a:ahLst/>
            <a:cxnLst/>
            <a:rect l="l" t="t" r="r" b="b"/>
            <a:pathLst>
              <a:path w="626110" h="2605404">
                <a:moveTo>
                  <a:pt x="463953" y="2605047"/>
                </a:moveTo>
                <a:lnTo>
                  <a:pt x="161924" y="2605047"/>
                </a:lnTo>
                <a:lnTo>
                  <a:pt x="130187" y="2601907"/>
                </a:lnTo>
                <a:lnTo>
                  <a:pt x="72088" y="2577842"/>
                </a:lnTo>
                <a:lnTo>
                  <a:pt x="27205" y="2532959"/>
                </a:lnTo>
                <a:lnTo>
                  <a:pt x="3140" y="2474860"/>
                </a:lnTo>
                <a:lnTo>
                  <a:pt x="0" y="2443123"/>
                </a:lnTo>
                <a:lnTo>
                  <a:pt x="0" y="161925"/>
                </a:lnTo>
                <a:lnTo>
                  <a:pt x="12325" y="99958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63953" y="0"/>
                </a:lnTo>
                <a:lnTo>
                  <a:pt x="525919" y="12325"/>
                </a:lnTo>
                <a:lnTo>
                  <a:pt x="578451" y="47426"/>
                </a:lnTo>
                <a:lnTo>
                  <a:pt x="613552" y="99958"/>
                </a:lnTo>
                <a:lnTo>
                  <a:pt x="625878" y="161925"/>
                </a:lnTo>
                <a:lnTo>
                  <a:pt x="625878" y="2443123"/>
                </a:lnTo>
                <a:lnTo>
                  <a:pt x="613552" y="2505089"/>
                </a:lnTo>
                <a:lnTo>
                  <a:pt x="578451" y="2557621"/>
                </a:lnTo>
                <a:lnTo>
                  <a:pt x="525919" y="2592721"/>
                </a:lnTo>
                <a:lnTo>
                  <a:pt x="463953" y="2605047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8915" y="1535934"/>
            <a:ext cx="276860" cy="2605405"/>
          </a:xfrm>
          <a:custGeom>
            <a:avLst/>
            <a:gdLst/>
            <a:ahLst/>
            <a:cxnLst/>
            <a:rect l="l" t="t" r="r" b="b"/>
            <a:pathLst>
              <a:path w="276860" h="2605404">
                <a:moveTo>
                  <a:pt x="138200" y="2605047"/>
                </a:moveTo>
                <a:lnTo>
                  <a:pt x="85313" y="2594527"/>
                </a:lnTo>
                <a:lnTo>
                  <a:pt x="40477" y="2564569"/>
                </a:lnTo>
                <a:lnTo>
                  <a:pt x="10519" y="2519734"/>
                </a:lnTo>
                <a:lnTo>
                  <a:pt x="0" y="2466847"/>
                </a:lnTo>
                <a:lnTo>
                  <a:pt x="0" y="138200"/>
                </a:lnTo>
                <a:lnTo>
                  <a:pt x="10519" y="85313"/>
                </a:lnTo>
                <a:lnTo>
                  <a:pt x="40477" y="40477"/>
                </a:lnTo>
                <a:lnTo>
                  <a:pt x="85313" y="10519"/>
                </a:lnTo>
                <a:lnTo>
                  <a:pt x="138200" y="0"/>
                </a:lnTo>
                <a:lnTo>
                  <a:pt x="165287" y="2680"/>
                </a:lnTo>
                <a:lnTo>
                  <a:pt x="214873" y="23219"/>
                </a:lnTo>
                <a:lnTo>
                  <a:pt x="253181" y="61526"/>
                </a:lnTo>
                <a:lnTo>
                  <a:pt x="273720" y="111112"/>
                </a:lnTo>
                <a:lnTo>
                  <a:pt x="276400" y="138200"/>
                </a:lnTo>
                <a:lnTo>
                  <a:pt x="276400" y="2466847"/>
                </a:lnTo>
                <a:lnTo>
                  <a:pt x="265880" y="2519734"/>
                </a:lnTo>
                <a:lnTo>
                  <a:pt x="235922" y="2564569"/>
                </a:lnTo>
                <a:lnTo>
                  <a:pt x="191087" y="2594527"/>
                </a:lnTo>
                <a:lnTo>
                  <a:pt x="138200" y="2605047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606243" y="1658151"/>
            <a:ext cx="1583055" cy="2603500"/>
          </a:xfrm>
          <a:custGeom>
            <a:avLst/>
            <a:gdLst/>
            <a:ahLst/>
            <a:cxnLst/>
            <a:rect l="l" t="t" r="r" b="b"/>
            <a:pathLst>
              <a:path w="1583055" h="2603500">
                <a:moveTo>
                  <a:pt x="141062" y="0"/>
                </a:moveTo>
                <a:lnTo>
                  <a:pt x="1441749" y="0"/>
                </a:lnTo>
                <a:lnTo>
                  <a:pt x="1452624" y="1075"/>
                </a:lnTo>
                <a:lnTo>
                  <a:pt x="1510723" y="25141"/>
                </a:lnTo>
                <a:lnTo>
                  <a:pt x="1555606" y="70024"/>
                </a:lnTo>
                <a:lnTo>
                  <a:pt x="1579672" y="128123"/>
                </a:lnTo>
                <a:lnTo>
                  <a:pt x="1582811" y="159860"/>
                </a:lnTo>
                <a:lnTo>
                  <a:pt x="1582811" y="2441058"/>
                </a:lnTo>
                <a:lnTo>
                  <a:pt x="1570486" y="2503024"/>
                </a:lnTo>
                <a:lnTo>
                  <a:pt x="1535385" y="2555557"/>
                </a:lnTo>
                <a:lnTo>
                  <a:pt x="1482853" y="2590658"/>
                </a:lnTo>
                <a:lnTo>
                  <a:pt x="1420887" y="2602983"/>
                </a:lnTo>
                <a:lnTo>
                  <a:pt x="161924" y="2602983"/>
                </a:lnTo>
                <a:lnTo>
                  <a:pt x="99959" y="2590658"/>
                </a:lnTo>
                <a:lnTo>
                  <a:pt x="47426" y="2555557"/>
                </a:lnTo>
                <a:lnTo>
                  <a:pt x="12325" y="2503024"/>
                </a:lnTo>
                <a:lnTo>
                  <a:pt x="0" y="2441058"/>
                </a:lnTo>
                <a:lnTo>
                  <a:pt x="0" y="159860"/>
                </a:lnTo>
                <a:lnTo>
                  <a:pt x="12325" y="97894"/>
                </a:lnTo>
                <a:lnTo>
                  <a:pt x="47426" y="45362"/>
                </a:lnTo>
                <a:lnTo>
                  <a:pt x="99959" y="10261"/>
                </a:lnTo>
                <a:lnTo>
                  <a:pt x="141062" y="0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335020" y="1656088"/>
            <a:ext cx="1038225" cy="2605405"/>
          </a:xfrm>
          <a:custGeom>
            <a:avLst/>
            <a:gdLst/>
            <a:ahLst/>
            <a:cxnLst/>
            <a:rect l="l" t="t" r="r" b="b"/>
            <a:pathLst>
              <a:path w="1038225" h="2605404">
                <a:moveTo>
                  <a:pt x="161924" y="0"/>
                </a:moveTo>
                <a:lnTo>
                  <a:pt x="875974" y="0"/>
                </a:lnTo>
                <a:lnTo>
                  <a:pt x="907711" y="3140"/>
                </a:lnTo>
                <a:lnTo>
                  <a:pt x="965809" y="27205"/>
                </a:lnTo>
                <a:lnTo>
                  <a:pt x="1010693" y="72089"/>
                </a:lnTo>
                <a:lnTo>
                  <a:pt x="1034759" y="130187"/>
                </a:lnTo>
                <a:lnTo>
                  <a:pt x="1037899" y="161924"/>
                </a:lnTo>
                <a:lnTo>
                  <a:pt x="1037899" y="2443122"/>
                </a:lnTo>
                <a:lnTo>
                  <a:pt x="1025573" y="2505088"/>
                </a:lnTo>
                <a:lnTo>
                  <a:pt x="990471" y="2557620"/>
                </a:lnTo>
                <a:lnTo>
                  <a:pt x="937940" y="2592721"/>
                </a:lnTo>
                <a:lnTo>
                  <a:pt x="875974" y="2605047"/>
                </a:lnTo>
                <a:lnTo>
                  <a:pt x="161924" y="2605047"/>
                </a:lnTo>
                <a:lnTo>
                  <a:pt x="99958" y="2592721"/>
                </a:lnTo>
                <a:lnTo>
                  <a:pt x="47427" y="2557620"/>
                </a:lnTo>
                <a:lnTo>
                  <a:pt x="12325" y="2505088"/>
                </a:lnTo>
                <a:lnTo>
                  <a:pt x="0" y="2443122"/>
                </a:lnTo>
                <a:lnTo>
                  <a:pt x="0" y="161924"/>
                </a:lnTo>
                <a:lnTo>
                  <a:pt x="12325" y="99959"/>
                </a:lnTo>
                <a:lnTo>
                  <a:pt x="47427" y="47426"/>
                </a:lnTo>
                <a:lnTo>
                  <a:pt x="99958" y="12325"/>
                </a:lnTo>
                <a:lnTo>
                  <a:pt x="161924" y="0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99656" y="1656088"/>
            <a:ext cx="626110" cy="2605405"/>
          </a:xfrm>
          <a:custGeom>
            <a:avLst/>
            <a:gdLst/>
            <a:ahLst/>
            <a:cxnLst/>
            <a:rect l="l" t="t" r="r" b="b"/>
            <a:pathLst>
              <a:path w="626109" h="2605404">
                <a:moveTo>
                  <a:pt x="161924" y="0"/>
                </a:moveTo>
                <a:lnTo>
                  <a:pt x="463953" y="0"/>
                </a:lnTo>
                <a:lnTo>
                  <a:pt x="495691" y="3140"/>
                </a:lnTo>
                <a:lnTo>
                  <a:pt x="553789" y="27205"/>
                </a:lnTo>
                <a:lnTo>
                  <a:pt x="598673" y="72088"/>
                </a:lnTo>
                <a:lnTo>
                  <a:pt x="622738" y="130187"/>
                </a:lnTo>
                <a:lnTo>
                  <a:pt x="625878" y="161924"/>
                </a:lnTo>
                <a:lnTo>
                  <a:pt x="625878" y="2443122"/>
                </a:lnTo>
                <a:lnTo>
                  <a:pt x="613552" y="2505088"/>
                </a:lnTo>
                <a:lnTo>
                  <a:pt x="578451" y="2557621"/>
                </a:lnTo>
                <a:lnTo>
                  <a:pt x="525919" y="2592722"/>
                </a:lnTo>
                <a:lnTo>
                  <a:pt x="463953" y="2605047"/>
                </a:lnTo>
                <a:lnTo>
                  <a:pt x="161924" y="2605047"/>
                </a:lnTo>
                <a:lnTo>
                  <a:pt x="99959" y="2592722"/>
                </a:lnTo>
                <a:lnTo>
                  <a:pt x="47426" y="2557621"/>
                </a:lnTo>
                <a:lnTo>
                  <a:pt x="12325" y="2505088"/>
                </a:lnTo>
                <a:lnTo>
                  <a:pt x="0" y="2443122"/>
                </a:lnTo>
                <a:lnTo>
                  <a:pt x="0" y="161924"/>
                </a:lnTo>
                <a:lnTo>
                  <a:pt x="12325" y="99958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013736" y="1656088"/>
            <a:ext cx="276860" cy="2605405"/>
          </a:xfrm>
          <a:custGeom>
            <a:avLst/>
            <a:gdLst/>
            <a:ahLst/>
            <a:cxnLst/>
            <a:rect l="l" t="t" r="r" b="b"/>
            <a:pathLst>
              <a:path w="276859" h="2605404">
                <a:moveTo>
                  <a:pt x="138200" y="0"/>
                </a:moveTo>
                <a:lnTo>
                  <a:pt x="191087" y="10519"/>
                </a:lnTo>
                <a:lnTo>
                  <a:pt x="235922" y="40477"/>
                </a:lnTo>
                <a:lnTo>
                  <a:pt x="265880" y="85313"/>
                </a:lnTo>
                <a:lnTo>
                  <a:pt x="276400" y="138200"/>
                </a:lnTo>
                <a:lnTo>
                  <a:pt x="276400" y="2466847"/>
                </a:lnTo>
                <a:lnTo>
                  <a:pt x="265880" y="2519734"/>
                </a:lnTo>
                <a:lnTo>
                  <a:pt x="235922" y="2564569"/>
                </a:lnTo>
                <a:lnTo>
                  <a:pt x="191087" y="2594527"/>
                </a:lnTo>
                <a:lnTo>
                  <a:pt x="138200" y="2605047"/>
                </a:lnTo>
                <a:lnTo>
                  <a:pt x="111112" y="2602367"/>
                </a:lnTo>
                <a:lnTo>
                  <a:pt x="61526" y="2581828"/>
                </a:lnTo>
                <a:lnTo>
                  <a:pt x="23219" y="2543520"/>
                </a:lnTo>
                <a:lnTo>
                  <a:pt x="2679" y="2493934"/>
                </a:lnTo>
                <a:lnTo>
                  <a:pt x="0" y="2466847"/>
                </a:lnTo>
                <a:lnTo>
                  <a:pt x="0" y="138200"/>
                </a:lnTo>
                <a:lnTo>
                  <a:pt x="10519" y="85313"/>
                </a:lnTo>
                <a:lnTo>
                  <a:pt x="40478" y="40477"/>
                </a:lnTo>
                <a:lnTo>
                  <a:pt x="85313" y="10519"/>
                </a:lnTo>
                <a:lnTo>
                  <a:pt x="138200" y="0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383988" y="5143499"/>
            <a:ext cx="2995930" cy="2284095"/>
            <a:chOff x="4383988" y="5143499"/>
            <a:chExt cx="2995930" cy="2284095"/>
          </a:xfrm>
        </p:grpSpPr>
        <p:sp>
          <p:nvSpPr>
            <p:cNvPr id="14" name="object 14"/>
            <p:cNvSpPr/>
            <p:nvPr/>
          </p:nvSpPr>
          <p:spPr>
            <a:xfrm>
              <a:off x="4383988" y="5143499"/>
              <a:ext cx="2464435" cy="2124075"/>
            </a:xfrm>
            <a:custGeom>
              <a:avLst/>
              <a:gdLst/>
              <a:ahLst/>
              <a:cxnLst/>
              <a:rect l="l" t="t" r="r" b="b"/>
              <a:pathLst>
                <a:path w="2464434" h="2124075">
                  <a:moveTo>
                    <a:pt x="2302815" y="2123995"/>
                  </a:moveTo>
                  <a:lnTo>
                    <a:pt x="161925" y="2123995"/>
                  </a:lnTo>
                  <a:lnTo>
                    <a:pt x="130187" y="2120855"/>
                  </a:lnTo>
                  <a:lnTo>
                    <a:pt x="72088" y="2096790"/>
                  </a:lnTo>
                  <a:lnTo>
                    <a:pt x="27205" y="2051906"/>
                  </a:lnTo>
                  <a:lnTo>
                    <a:pt x="3140" y="1993807"/>
                  </a:lnTo>
                  <a:lnTo>
                    <a:pt x="0" y="1962070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2302815" y="0"/>
                  </a:lnTo>
                  <a:lnTo>
                    <a:pt x="2334553" y="3140"/>
                  </a:lnTo>
                  <a:lnTo>
                    <a:pt x="2392651" y="27205"/>
                  </a:lnTo>
                  <a:lnTo>
                    <a:pt x="2437534" y="72088"/>
                  </a:lnTo>
                  <a:lnTo>
                    <a:pt x="2461600" y="130187"/>
                  </a:lnTo>
                  <a:lnTo>
                    <a:pt x="2464166" y="156123"/>
                  </a:lnTo>
                  <a:lnTo>
                    <a:pt x="2464166" y="1967872"/>
                  </a:lnTo>
                  <a:lnTo>
                    <a:pt x="2452414" y="2024036"/>
                  </a:lnTo>
                  <a:lnTo>
                    <a:pt x="2417313" y="2076569"/>
                  </a:lnTo>
                  <a:lnTo>
                    <a:pt x="2364781" y="2111669"/>
                  </a:lnTo>
                  <a:lnTo>
                    <a:pt x="2302815" y="2123995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3709" y="5303850"/>
              <a:ext cx="2455979" cy="212332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923709" y="5303850"/>
            <a:ext cx="2456180" cy="2123440"/>
          </a:xfrm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632460" marR="256540" indent="-130175">
              <a:lnSpc>
                <a:spcPct val="116599"/>
              </a:lnSpc>
              <a:spcBef>
                <a:spcPts val="2560"/>
              </a:spcBef>
            </a:pPr>
            <a:r>
              <a:rPr sz="3050" spc="-200" dirty="0">
                <a:latin typeface="Arial Black"/>
                <a:cs typeface="Arial Black"/>
              </a:rPr>
              <a:t>Dr.</a:t>
            </a:r>
            <a:r>
              <a:rPr sz="3050" spc="-280" dirty="0">
                <a:latin typeface="Arial Black"/>
                <a:cs typeface="Arial Black"/>
              </a:rPr>
              <a:t> Tareq </a:t>
            </a:r>
            <a:r>
              <a:rPr sz="3050" spc="-45" dirty="0">
                <a:latin typeface="Arial Black"/>
                <a:cs typeface="Arial Black"/>
              </a:rPr>
              <a:t>Zanoon</a:t>
            </a:r>
            <a:endParaRPr sz="30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5937" y="5498455"/>
            <a:ext cx="2794000" cy="65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00" spc="-215" dirty="0">
                <a:latin typeface="Arial Black"/>
                <a:cs typeface="Arial Black"/>
              </a:rPr>
              <a:t>Supervisor</a:t>
            </a:r>
            <a:endParaRPr sz="41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89860" y="8205971"/>
            <a:ext cx="2268220" cy="633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50" spc="-210" dirty="0">
                <a:latin typeface="Arial Black"/>
                <a:cs typeface="Arial Black"/>
              </a:rPr>
              <a:t>Students</a:t>
            </a:r>
            <a:endParaRPr sz="395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101999" y="7589771"/>
            <a:ext cx="2995930" cy="2284095"/>
            <a:chOff x="7101999" y="7589771"/>
            <a:chExt cx="2995930" cy="2284095"/>
          </a:xfrm>
        </p:grpSpPr>
        <p:sp>
          <p:nvSpPr>
            <p:cNvPr id="20" name="object 20"/>
            <p:cNvSpPr/>
            <p:nvPr/>
          </p:nvSpPr>
          <p:spPr>
            <a:xfrm>
              <a:off x="7101999" y="7589771"/>
              <a:ext cx="2464435" cy="2124075"/>
            </a:xfrm>
            <a:custGeom>
              <a:avLst/>
              <a:gdLst/>
              <a:ahLst/>
              <a:cxnLst/>
              <a:rect l="l" t="t" r="r" b="b"/>
              <a:pathLst>
                <a:path w="2464434" h="2124075">
                  <a:moveTo>
                    <a:pt x="2302815" y="2123995"/>
                  </a:moveTo>
                  <a:lnTo>
                    <a:pt x="161925" y="2123995"/>
                  </a:lnTo>
                  <a:lnTo>
                    <a:pt x="130187" y="2120855"/>
                  </a:lnTo>
                  <a:lnTo>
                    <a:pt x="72088" y="2096790"/>
                  </a:lnTo>
                  <a:lnTo>
                    <a:pt x="27205" y="2051906"/>
                  </a:lnTo>
                  <a:lnTo>
                    <a:pt x="3140" y="1993807"/>
                  </a:lnTo>
                  <a:lnTo>
                    <a:pt x="0" y="1962070"/>
                  </a:lnTo>
                  <a:lnTo>
                    <a:pt x="0" y="161925"/>
                  </a:lnTo>
                  <a:lnTo>
                    <a:pt x="12326" y="99959"/>
                  </a:lnTo>
                  <a:lnTo>
                    <a:pt x="47427" y="47427"/>
                  </a:lnTo>
                  <a:lnTo>
                    <a:pt x="99959" y="12326"/>
                  </a:lnTo>
                  <a:lnTo>
                    <a:pt x="161925" y="0"/>
                  </a:lnTo>
                  <a:lnTo>
                    <a:pt x="2302815" y="0"/>
                  </a:lnTo>
                  <a:lnTo>
                    <a:pt x="2364781" y="12326"/>
                  </a:lnTo>
                  <a:lnTo>
                    <a:pt x="2417313" y="47427"/>
                  </a:lnTo>
                  <a:lnTo>
                    <a:pt x="2452414" y="99959"/>
                  </a:lnTo>
                  <a:lnTo>
                    <a:pt x="2464166" y="156127"/>
                  </a:lnTo>
                  <a:lnTo>
                    <a:pt x="2464166" y="1967867"/>
                  </a:lnTo>
                  <a:lnTo>
                    <a:pt x="2452414" y="2024036"/>
                  </a:lnTo>
                  <a:lnTo>
                    <a:pt x="2417313" y="2076569"/>
                  </a:lnTo>
                  <a:lnTo>
                    <a:pt x="2364781" y="2111669"/>
                  </a:lnTo>
                  <a:lnTo>
                    <a:pt x="2302815" y="2123995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1720" y="7750121"/>
              <a:ext cx="2455979" cy="212332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41720" y="7750121"/>
            <a:ext cx="2456180" cy="2123440"/>
          </a:xfrm>
          <a:prstGeom prst="rect">
            <a:avLst/>
          </a:prstGeom>
        </p:spPr>
        <p:txBody>
          <a:bodyPr vert="horz" wrap="square" lIns="0" tIns="313055" rIns="0" bIns="0" rtlCol="0">
            <a:spAutoFit/>
          </a:bodyPr>
          <a:lstStyle/>
          <a:p>
            <a:pPr marL="574040" marR="558800" indent="-39370">
              <a:lnSpc>
                <a:spcPct val="116799"/>
              </a:lnSpc>
              <a:spcBef>
                <a:spcPts val="2465"/>
              </a:spcBef>
            </a:pPr>
            <a:r>
              <a:rPr sz="3050" spc="-190" dirty="0">
                <a:latin typeface="Arial Black"/>
                <a:cs typeface="Arial Black"/>
              </a:rPr>
              <a:t>Ahmad </a:t>
            </a:r>
            <a:r>
              <a:rPr sz="3050" spc="-125" dirty="0">
                <a:latin typeface="Arial Black"/>
                <a:cs typeface="Arial Black"/>
              </a:rPr>
              <a:t>khaldy</a:t>
            </a:r>
            <a:endParaRPr sz="3050"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123645" y="7589771"/>
            <a:ext cx="2995930" cy="2284095"/>
            <a:chOff x="11123645" y="7589771"/>
            <a:chExt cx="2995930" cy="2284095"/>
          </a:xfrm>
        </p:grpSpPr>
        <p:sp>
          <p:nvSpPr>
            <p:cNvPr id="24" name="object 24"/>
            <p:cNvSpPr/>
            <p:nvPr/>
          </p:nvSpPr>
          <p:spPr>
            <a:xfrm>
              <a:off x="11123645" y="7589771"/>
              <a:ext cx="2464435" cy="2124075"/>
            </a:xfrm>
            <a:custGeom>
              <a:avLst/>
              <a:gdLst/>
              <a:ahLst/>
              <a:cxnLst/>
              <a:rect l="l" t="t" r="r" b="b"/>
              <a:pathLst>
                <a:path w="2464434" h="2124075">
                  <a:moveTo>
                    <a:pt x="2302815" y="2123995"/>
                  </a:moveTo>
                  <a:lnTo>
                    <a:pt x="161925" y="2123995"/>
                  </a:lnTo>
                  <a:lnTo>
                    <a:pt x="130187" y="2120855"/>
                  </a:lnTo>
                  <a:lnTo>
                    <a:pt x="72089" y="2096790"/>
                  </a:lnTo>
                  <a:lnTo>
                    <a:pt x="27205" y="2051906"/>
                  </a:lnTo>
                  <a:lnTo>
                    <a:pt x="3140" y="1993807"/>
                  </a:lnTo>
                  <a:lnTo>
                    <a:pt x="0" y="1962070"/>
                  </a:lnTo>
                  <a:lnTo>
                    <a:pt x="0" y="161925"/>
                  </a:lnTo>
                  <a:lnTo>
                    <a:pt x="12326" y="99959"/>
                  </a:lnTo>
                  <a:lnTo>
                    <a:pt x="47427" y="47427"/>
                  </a:lnTo>
                  <a:lnTo>
                    <a:pt x="99959" y="12326"/>
                  </a:lnTo>
                  <a:lnTo>
                    <a:pt x="161925" y="0"/>
                  </a:lnTo>
                  <a:lnTo>
                    <a:pt x="2302815" y="0"/>
                  </a:lnTo>
                  <a:lnTo>
                    <a:pt x="2364782" y="12326"/>
                  </a:lnTo>
                  <a:lnTo>
                    <a:pt x="2417314" y="47427"/>
                  </a:lnTo>
                  <a:lnTo>
                    <a:pt x="2452415" y="99959"/>
                  </a:lnTo>
                  <a:lnTo>
                    <a:pt x="2464166" y="156126"/>
                  </a:lnTo>
                  <a:lnTo>
                    <a:pt x="2464166" y="1967868"/>
                  </a:lnTo>
                  <a:lnTo>
                    <a:pt x="2452415" y="2024036"/>
                  </a:lnTo>
                  <a:lnTo>
                    <a:pt x="2417314" y="2076569"/>
                  </a:lnTo>
                  <a:lnTo>
                    <a:pt x="2364782" y="2111669"/>
                  </a:lnTo>
                  <a:lnTo>
                    <a:pt x="2302815" y="2123995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63365" y="7750121"/>
              <a:ext cx="2455979" cy="212332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663364" y="7750121"/>
            <a:ext cx="2456180" cy="212344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554355" marR="137795" indent="-514984">
              <a:lnSpc>
                <a:spcPct val="116599"/>
              </a:lnSpc>
              <a:spcBef>
                <a:spcPts val="1280"/>
              </a:spcBef>
            </a:pPr>
            <a:r>
              <a:rPr sz="3050" spc="-170" dirty="0">
                <a:latin typeface="Arial Black"/>
                <a:cs typeface="Arial Black"/>
              </a:rPr>
              <a:t>Mohammad </a:t>
            </a:r>
            <a:r>
              <a:rPr sz="3050" spc="-10" dirty="0">
                <a:latin typeface="Arial Black"/>
                <a:cs typeface="Arial Black"/>
              </a:rPr>
              <a:t>Atiyeh</a:t>
            </a:r>
            <a:endParaRPr sz="3050"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874772" y="7589771"/>
            <a:ext cx="2995930" cy="2284095"/>
            <a:chOff x="14874772" y="7589771"/>
            <a:chExt cx="2995930" cy="2284095"/>
          </a:xfrm>
        </p:grpSpPr>
        <p:sp>
          <p:nvSpPr>
            <p:cNvPr id="28" name="object 28"/>
            <p:cNvSpPr/>
            <p:nvPr/>
          </p:nvSpPr>
          <p:spPr>
            <a:xfrm>
              <a:off x="14874772" y="7589771"/>
              <a:ext cx="2464435" cy="2124075"/>
            </a:xfrm>
            <a:custGeom>
              <a:avLst/>
              <a:gdLst/>
              <a:ahLst/>
              <a:cxnLst/>
              <a:rect l="l" t="t" r="r" b="b"/>
              <a:pathLst>
                <a:path w="2464434" h="2124075">
                  <a:moveTo>
                    <a:pt x="2302816" y="2123995"/>
                  </a:moveTo>
                  <a:lnTo>
                    <a:pt x="161925" y="2123995"/>
                  </a:lnTo>
                  <a:lnTo>
                    <a:pt x="130187" y="2120855"/>
                  </a:lnTo>
                  <a:lnTo>
                    <a:pt x="72089" y="2096790"/>
                  </a:lnTo>
                  <a:lnTo>
                    <a:pt x="27205" y="2051906"/>
                  </a:lnTo>
                  <a:lnTo>
                    <a:pt x="3140" y="1993807"/>
                  </a:lnTo>
                  <a:lnTo>
                    <a:pt x="0" y="1962070"/>
                  </a:lnTo>
                  <a:lnTo>
                    <a:pt x="0" y="161925"/>
                  </a:lnTo>
                  <a:lnTo>
                    <a:pt x="12326" y="99959"/>
                  </a:lnTo>
                  <a:lnTo>
                    <a:pt x="47427" y="47427"/>
                  </a:lnTo>
                  <a:lnTo>
                    <a:pt x="99959" y="12326"/>
                  </a:lnTo>
                  <a:lnTo>
                    <a:pt x="161925" y="0"/>
                  </a:lnTo>
                  <a:lnTo>
                    <a:pt x="2302816" y="0"/>
                  </a:lnTo>
                  <a:lnTo>
                    <a:pt x="2364781" y="12326"/>
                  </a:lnTo>
                  <a:lnTo>
                    <a:pt x="2417314" y="47427"/>
                  </a:lnTo>
                  <a:lnTo>
                    <a:pt x="2452415" y="99959"/>
                  </a:lnTo>
                  <a:lnTo>
                    <a:pt x="2464166" y="156117"/>
                  </a:lnTo>
                  <a:lnTo>
                    <a:pt x="2464166" y="1967878"/>
                  </a:lnTo>
                  <a:lnTo>
                    <a:pt x="2452415" y="2024036"/>
                  </a:lnTo>
                  <a:lnTo>
                    <a:pt x="2417314" y="2076569"/>
                  </a:lnTo>
                  <a:lnTo>
                    <a:pt x="2364781" y="2111669"/>
                  </a:lnTo>
                  <a:lnTo>
                    <a:pt x="2302816" y="2123995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14493" y="7750121"/>
              <a:ext cx="2455979" cy="212332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414494" y="7750121"/>
            <a:ext cx="2456180" cy="2123440"/>
          </a:xfrm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245745" indent="699135">
              <a:lnSpc>
                <a:spcPct val="116599"/>
              </a:lnSpc>
              <a:spcBef>
                <a:spcPts val="2560"/>
              </a:spcBef>
            </a:pPr>
            <a:r>
              <a:rPr sz="3050" spc="-20" dirty="0">
                <a:latin typeface="Arial Black"/>
                <a:cs typeface="Arial Black"/>
              </a:rPr>
              <a:t>Loai </a:t>
            </a:r>
            <a:r>
              <a:rPr sz="3050" spc="-195" dirty="0">
                <a:latin typeface="Arial Black"/>
                <a:cs typeface="Arial Black"/>
              </a:rPr>
              <a:t>Hamamdeh</a:t>
            </a:r>
            <a:endParaRPr sz="3050">
              <a:latin typeface="Arial Black"/>
              <a:cs typeface="Arial Black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10055092"/>
            <a:ext cx="18189575" cy="0"/>
          </a:xfrm>
          <a:custGeom>
            <a:avLst/>
            <a:gdLst/>
            <a:ahLst/>
            <a:cxnLst/>
            <a:rect l="l" t="t" r="r" b="b"/>
            <a:pathLst>
              <a:path w="18189575">
                <a:moveTo>
                  <a:pt x="0" y="0"/>
                </a:moveTo>
                <a:lnTo>
                  <a:pt x="18189078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6147" y="404907"/>
            <a:ext cx="7629525" cy="5248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3532" y="793770"/>
            <a:ext cx="4362450" cy="4124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65185" y="7711110"/>
            <a:ext cx="63023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b="1" i="1" spc="-625" dirty="0">
                <a:solidFill>
                  <a:srgbClr val="121111"/>
                </a:solidFill>
                <a:latin typeface="Verdana"/>
                <a:cs typeface="Verdana"/>
              </a:rPr>
              <a:t>INTRODUCTION</a:t>
            </a:r>
            <a:endParaRPr sz="63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24720" y="6005710"/>
            <a:ext cx="220345" cy="4088765"/>
          </a:xfrm>
          <a:custGeom>
            <a:avLst/>
            <a:gdLst/>
            <a:ahLst/>
            <a:cxnLst/>
            <a:rect l="l" t="t" r="r" b="b"/>
            <a:pathLst>
              <a:path w="220345" h="4088765">
                <a:moveTo>
                  <a:pt x="219830" y="4088292"/>
                </a:moveTo>
                <a:lnTo>
                  <a:pt x="0" y="4088292"/>
                </a:lnTo>
                <a:lnTo>
                  <a:pt x="0" y="0"/>
                </a:lnTo>
                <a:lnTo>
                  <a:pt x="219830" y="0"/>
                </a:lnTo>
                <a:lnTo>
                  <a:pt x="219830" y="4088292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33939" y="6482712"/>
            <a:ext cx="8210550" cy="3020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7300"/>
              </a:lnSpc>
              <a:spcBef>
                <a:spcPts val="95"/>
              </a:spcBef>
            </a:pPr>
            <a:r>
              <a:rPr sz="3350" spc="-40" dirty="0">
                <a:solidFill>
                  <a:srgbClr val="121111"/>
                </a:solidFill>
                <a:latin typeface="Lucida Sans Unicode"/>
                <a:cs typeface="Lucida Sans Unicode"/>
              </a:rPr>
              <a:t>The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Rubik's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Cube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60" dirty="0">
                <a:solidFill>
                  <a:srgbClr val="121111"/>
                </a:solidFill>
                <a:latin typeface="Lucida Sans Unicode"/>
                <a:cs typeface="Lucida Sans Unicode"/>
              </a:rPr>
              <a:t>is</a:t>
            </a:r>
            <a:r>
              <a:rPr sz="3350" spc="-204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a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80" dirty="0">
                <a:solidFill>
                  <a:srgbClr val="121111"/>
                </a:solidFill>
                <a:latin typeface="Lucida Sans Unicode"/>
                <a:cs typeface="Lucida Sans Unicode"/>
              </a:rPr>
              <a:t>3D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105" dirty="0">
                <a:solidFill>
                  <a:srgbClr val="121111"/>
                </a:solidFill>
                <a:latin typeface="Lucida Sans Unicode"/>
                <a:cs typeface="Lucida Sans Unicode"/>
              </a:rPr>
              <a:t>puzzle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55" dirty="0">
                <a:solidFill>
                  <a:srgbClr val="121111"/>
                </a:solidFill>
                <a:latin typeface="Lucida Sans Unicode"/>
                <a:cs typeface="Lucida Sans Unicode"/>
              </a:rPr>
              <a:t>that</a:t>
            </a:r>
            <a:r>
              <a:rPr sz="3350" spc="-204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has intrigued</a:t>
            </a:r>
            <a:r>
              <a:rPr sz="3350" spc="-19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and</a:t>
            </a:r>
            <a:r>
              <a:rPr sz="3350" spc="-1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challenged</a:t>
            </a:r>
            <a:r>
              <a:rPr sz="3350" spc="-19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minds</a:t>
            </a:r>
            <a:r>
              <a:rPr sz="3350" spc="-1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for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decades.</a:t>
            </a:r>
            <a:r>
              <a:rPr sz="33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65" dirty="0">
                <a:solidFill>
                  <a:srgbClr val="121111"/>
                </a:solidFill>
                <a:latin typeface="Lucida Sans Unicode"/>
                <a:cs typeface="Lucida Sans Unicode"/>
              </a:rPr>
              <a:t>Behind</a:t>
            </a:r>
            <a:r>
              <a:rPr sz="33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its</a:t>
            </a:r>
            <a:r>
              <a:rPr sz="33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colorful</a:t>
            </a:r>
            <a:r>
              <a:rPr sz="33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and </a:t>
            </a:r>
            <a:r>
              <a:rPr sz="33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seemingly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simple</a:t>
            </a:r>
            <a:r>
              <a:rPr sz="3350" spc="-204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30" dirty="0">
                <a:solidFill>
                  <a:srgbClr val="121111"/>
                </a:solidFill>
                <a:latin typeface="Lucida Sans Unicode"/>
                <a:cs typeface="Lucida Sans Unicode"/>
              </a:rPr>
              <a:t>exterior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lies</a:t>
            </a:r>
            <a:r>
              <a:rPr sz="3350" spc="-204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a</a:t>
            </a:r>
            <a:r>
              <a:rPr sz="3350" spc="-2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highly </a:t>
            </a:r>
            <a:r>
              <a:rPr sz="33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complex</a:t>
            </a:r>
            <a:r>
              <a:rPr sz="3350" spc="-14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combinatorial</a:t>
            </a:r>
            <a:r>
              <a:rPr sz="33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dirty="0">
                <a:solidFill>
                  <a:srgbClr val="121111"/>
                </a:solidFill>
                <a:latin typeface="Lucida Sans Unicode"/>
                <a:cs typeface="Lucida Sans Unicode"/>
              </a:rPr>
              <a:t>problem</a:t>
            </a:r>
            <a:r>
              <a:rPr sz="3350" spc="-14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350" spc="-50" dirty="0">
                <a:solidFill>
                  <a:srgbClr val="121111"/>
                </a:solidFill>
                <a:latin typeface="Lucida Sans Unicode"/>
                <a:cs typeface="Lucida Sans Unicode"/>
              </a:rPr>
              <a:t>.</a:t>
            </a:r>
            <a:endParaRPr sz="3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160" y="404907"/>
            <a:ext cx="7658100" cy="5248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5886" y="793770"/>
            <a:ext cx="4371974" cy="4124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6955" y="7711110"/>
            <a:ext cx="63023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b="1" i="1" spc="-625" dirty="0">
                <a:solidFill>
                  <a:srgbClr val="121111"/>
                </a:solidFill>
                <a:latin typeface="Verdana"/>
                <a:cs typeface="Verdana"/>
              </a:rPr>
              <a:t>INTRODUCTION</a:t>
            </a:r>
            <a:endParaRPr sz="63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91693" y="6005710"/>
            <a:ext cx="220979" cy="4088765"/>
          </a:xfrm>
          <a:custGeom>
            <a:avLst/>
            <a:gdLst/>
            <a:ahLst/>
            <a:cxnLst/>
            <a:rect l="l" t="t" r="r" b="b"/>
            <a:pathLst>
              <a:path w="220979" h="4088765">
                <a:moveTo>
                  <a:pt x="220664" y="4088292"/>
                </a:moveTo>
                <a:lnTo>
                  <a:pt x="0" y="4088292"/>
                </a:lnTo>
                <a:lnTo>
                  <a:pt x="0" y="0"/>
                </a:lnTo>
                <a:lnTo>
                  <a:pt x="220664" y="0"/>
                </a:lnTo>
                <a:lnTo>
                  <a:pt x="220664" y="4088292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87247" y="6417124"/>
            <a:ext cx="8072755" cy="375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599"/>
              </a:lnSpc>
              <a:spcBef>
                <a:spcPts val="95"/>
              </a:spcBef>
            </a:pP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In</a:t>
            </a:r>
            <a:r>
              <a:rPr sz="26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our</a:t>
            </a:r>
            <a:r>
              <a:rPr sz="26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project,</a:t>
            </a:r>
            <a:r>
              <a:rPr sz="2650" spc="-14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we</a:t>
            </a:r>
            <a:r>
              <a:rPr sz="26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40" dirty="0">
                <a:solidFill>
                  <a:srgbClr val="121111"/>
                </a:solidFill>
                <a:latin typeface="Lucida Sans Unicode"/>
                <a:cs typeface="Lucida Sans Unicode"/>
              </a:rPr>
              <a:t>bring</a:t>
            </a:r>
            <a:r>
              <a:rPr sz="2650" spc="-14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this</a:t>
            </a:r>
            <a:r>
              <a:rPr sz="26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challenge</a:t>
            </a:r>
            <a:r>
              <a:rPr sz="2650" spc="-14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into</a:t>
            </a:r>
            <a:r>
              <a:rPr sz="2650" spc="-14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the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domain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of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computer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systems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35" dirty="0">
                <a:solidFill>
                  <a:srgbClr val="121111"/>
                </a:solidFill>
                <a:latin typeface="Lucida Sans Unicode"/>
                <a:cs typeface="Lucida Sans Unicode"/>
              </a:rPr>
              <a:t>engineering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45" dirty="0">
                <a:solidFill>
                  <a:srgbClr val="121111"/>
                </a:solidFill>
                <a:latin typeface="Lucida Sans Unicode"/>
                <a:cs typeface="Lucida Sans Unicode"/>
              </a:rPr>
              <a:t>by </a:t>
            </a:r>
            <a:r>
              <a:rPr sz="2650" spc="-50" dirty="0">
                <a:solidFill>
                  <a:srgbClr val="121111"/>
                </a:solidFill>
                <a:latin typeface="Lucida Sans Unicode"/>
                <a:cs typeface="Lucida Sans Unicode"/>
              </a:rPr>
              <a:t>designing</a:t>
            </a:r>
            <a:r>
              <a:rPr sz="26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and</a:t>
            </a:r>
            <a:r>
              <a:rPr sz="26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35" dirty="0">
                <a:solidFill>
                  <a:srgbClr val="121111"/>
                </a:solidFill>
                <a:latin typeface="Lucida Sans Unicode"/>
                <a:cs typeface="Lucida Sans Unicode"/>
              </a:rPr>
              <a:t>building</a:t>
            </a:r>
            <a:r>
              <a:rPr sz="26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an</a:t>
            </a:r>
            <a:r>
              <a:rPr sz="26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autonomous</a:t>
            </a:r>
            <a:r>
              <a:rPr sz="2650" spc="-13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robot</a:t>
            </a:r>
            <a:r>
              <a:rPr sz="2650" spc="-13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that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can</a:t>
            </a:r>
            <a:r>
              <a:rPr sz="2650" spc="-7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solve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the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Rubik's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Cube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without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human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intervention.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55" dirty="0">
                <a:solidFill>
                  <a:srgbClr val="121111"/>
                </a:solidFill>
                <a:latin typeface="Lucida Sans Unicode"/>
                <a:cs typeface="Lucida Sans Unicode"/>
              </a:rPr>
              <a:t>This</a:t>
            </a:r>
            <a:r>
              <a:rPr sz="2650" spc="-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involves</a:t>
            </a:r>
            <a:r>
              <a:rPr sz="26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35" dirty="0">
                <a:solidFill>
                  <a:srgbClr val="121111"/>
                </a:solidFill>
                <a:latin typeface="Lucida Sans Unicode"/>
                <a:cs typeface="Lucida Sans Unicode"/>
              </a:rPr>
              <a:t>integrating</a:t>
            </a:r>
            <a:r>
              <a:rPr sz="2650" spc="-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35" dirty="0">
                <a:solidFill>
                  <a:srgbClr val="121111"/>
                </a:solidFill>
                <a:latin typeface="Lucida Sans Unicode"/>
                <a:cs typeface="Lucida Sans Unicode"/>
              </a:rPr>
              <a:t>advanced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computer</a:t>
            </a:r>
            <a:r>
              <a:rPr sz="2650" spc="2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vision,</a:t>
            </a:r>
            <a:r>
              <a:rPr sz="2650" spc="1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embedded</a:t>
            </a:r>
            <a:r>
              <a:rPr sz="2650" spc="2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systems </a:t>
            </a:r>
            <a:r>
              <a:rPr sz="2650" spc="-55" dirty="0">
                <a:solidFill>
                  <a:srgbClr val="121111"/>
                </a:solidFill>
                <a:latin typeface="Lucida Sans Unicode"/>
                <a:cs typeface="Lucida Sans Unicode"/>
              </a:rPr>
              <a:t>programming,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121111"/>
                </a:solidFill>
                <a:latin typeface="Lucida Sans Unicode"/>
                <a:cs typeface="Lucida Sans Unicode"/>
              </a:rPr>
              <a:t>robotic</a:t>
            </a:r>
            <a:r>
              <a:rPr sz="2650" spc="-6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manipulation,</a:t>
            </a:r>
            <a:r>
              <a:rPr sz="2650" spc="-6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and </a:t>
            </a:r>
            <a:r>
              <a:rPr sz="26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algorithmic</a:t>
            </a:r>
            <a:r>
              <a:rPr sz="26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26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optimization.</a:t>
            </a:r>
            <a:endParaRPr sz="2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160" y="404907"/>
            <a:ext cx="7658100" cy="5248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5886" y="793770"/>
            <a:ext cx="4371974" cy="4124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6955" y="7711110"/>
            <a:ext cx="63023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b="1" i="1" spc="-625" dirty="0">
                <a:solidFill>
                  <a:srgbClr val="121111"/>
                </a:solidFill>
                <a:latin typeface="Verdana"/>
                <a:cs typeface="Verdana"/>
              </a:rPr>
              <a:t>INTRODUCTION</a:t>
            </a:r>
            <a:endParaRPr sz="63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91693" y="6005710"/>
            <a:ext cx="220979" cy="4088765"/>
          </a:xfrm>
          <a:custGeom>
            <a:avLst/>
            <a:gdLst/>
            <a:ahLst/>
            <a:cxnLst/>
            <a:rect l="l" t="t" r="r" b="b"/>
            <a:pathLst>
              <a:path w="220979" h="4088765">
                <a:moveTo>
                  <a:pt x="220664" y="4088292"/>
                </a:moveTo>
                <a:lnTo>
                  <a:pt x="0" y="4088292"/>
                </a:lnTo>
                <a:lnTo>
                  <a:pt x="0" y="0"/>
                </a:lnTo>
                <a:lnTo>
                  <a:pt x="220664" y="0"/>
                </a:lnTo>
                <a:lnTo>
                  <a:pt x="220664" y="4088292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420725" y="6330547"/>
            <a:ext cx="7507605" cy="328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Our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robot,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"Cube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55" dirty="0">
                <a:solidFill>
                  <a:srgbClr val="121111"/>
                </a:solidFill>
                <a:latin typeface="Lucida Sans Unicode"/>
                <a:cs typeface="Lucida Sans Unicode"/>
              </a:rPr>
              <a:t>Mind,"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shows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how</a:t>
            </a:r>
            <a:r>
              <a:rPr sz="3050" spc="-15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25" dirty="0">
                <a:solidFill>
                  <a:srgbClr val="121111"/>
                </a:solidFill>
                <a:latin typeface="Lucida Sans Unicode"/>
                <a:cs typeface="Lucida Sans Unicode"/>
              </a:rPr>
              <a:t>the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theoretical</a:t>
            </a:r>
            <a:r>
              <a:rPr sz="3050" spc="-1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40" dirty="0">
                <a:solidFill>
                  <a:srgbClr val="121111"/>
                </a:solidFill>
                <a:latin typeface="Lucida Sans Unicode"/>
                <a:cs typeface="Lucida Sans Unicode"/>
              </a:rPr>
              <a:t>knowledge</a:t>
            </a:r>
            <a:r>
              <a:rPr sz="3050" spc="-10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we</a:t>
            </a:r>
            <a:r>
              <a:rPr sz="3050" spc="-10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40" dirty="0">
                <a:solidFill>
                  <a:srgbClr val="121111"/>
                </a:solidFill>
                <a:latin typeface="Lucida Sans Unicode"/>
                <a:cs typeface="Lucida Sans Unicode"/>
              </a:rPr>
              <a:t>gained</a:t>
            </a:r>
            <a:r>
              <a:rPr sz="3050" spc="-11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45" dirty="0">
                <a:solidFill>
                  <a:srgbClr val="121111"/>
                </a:solidFill>
                <a:latin typeface="Lucida Sans Unicode"/>
                <a:cs typeface="Lucida Sans Unicode"/>
              </a:rPr>
              <a:t>in</a:t>
            </a:r>
            <a:r>
              <a:rPr sz="3050" spc="-10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our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studies</a:t>
            </a:r>
            <a:r>
              <a:rPr sz="3050" spc="-8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can</a:t>
            </a:r>
            <a:r>
              <a:rPr sz="3050" spc="-7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become</a:t>
            </a:r>
            <a:r>
              <a:rPr sz="3050" spc="-7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a</a:t>
            </a:r>
            <a:r>
              <a:rPr sz="3050" spc="-7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practical,</a:t>
            </a:r>
            <a:r>
              <a:rPr sz="3050" spc="-7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25" dirty="0">
                <a:solidFill>
                  <a:srgbClr val="121111"/>
                </a:solidFill>
                <a:latin typeface="Lucida Sans Unicode"/>
                <a:cs typeface="Lucida Sans Unicode"/>
              </a:rPr>
              <a:t>working </a:t>
            </a:r>
            <a:r>
              <a:rPr sz="30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system.</a:t>
            </a:r>
            <a:r>
              <a:rPr sz="3050" spc="-1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75" dirty="0">
                <a:solidFill>
                  <a:srgbClr val="121111"/>
                </a:solidFill>
                <a:latin typeface="Lucida Sans Unicode"/>
                <a:cs typeface="Lucida Sans Unicode"/>
              </a:rPr>
              <a:t>It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60" dirty="0">
                <a:solidFill>
                  <a:srgbClr val="121111"/>
                </a:solidFill>
                <a:latin typeface="Lucida Sans Unicode"/>
                <a:cs typeface="Lucida Sans Unicode"/>
              </a:rPr>
              <a:t>is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not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20" dirty="0">
                <a:solidFill>
                  <a:srgbClr val="121111"/>
                </a:solidFill>
                <a:latin typeface="Lucida Sans Unicode"/>
                <a:cs typeface="Lucida Sans Unicode"/>
              </a:rPr>
              <a:t>just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a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100" dirty="0">
                <a:solidFill>
                  <a:srgbClr val="121111"/>
                </a:solidFill>
                <a:latin typeface="Lucida Sans Unicode"/>
                <a:cs typeface="Lucida Sans Unicode"/>
              </a:rPr>
              <a:t>puzzle</a:t>
            </a:r>
            <a:r>
              <a:rPr sz="3050" spc="-1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45" dirty="0">
                <a:solidFill>
                  <a:srgbClr val="121111"/>
                </a:solidFill>
                <a:latin typeface="Lucida Sans Unicode"/>
                <a:cs typeface="Lucida Sans Unicode"/>
              </a:rPr>
              <a:t>solver.</a:t>
            </a:r>
            <a:r>
              <a:rPr sz="3050" spc="-1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50" dirty="0">
                <a:solidFill>
                  <a:srgbClr val="121111"/>
                </a:solidFill>
                <a:latin typeface="Lucida Sans Unicode"/>
                <a:cs typeface="Lucida Sans Unicode"/>
              </a:rPr>
              <a:t>It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demonstrates</a:t>
            </a:r>
            <a:r>
              <a:rPr sz="3050" spc="-90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45" dirty="0">
                <a:solidFill>
                  <a:srgbClr val="121111"/>
                </a:solidFill>
                <a:latin typeface="Lucida Sans Unicode"/>
                <a:cs typeface="Lucida Sans Unicode"/>
              </a:rPr>
              <a:t>engineering</a:t>
            </a:r>
            <a:r>
              <a:rPr sz="3050" spc="-8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teamwork, </a:t>
            </a:r>
            <a:r>
              <a:rPr sz="3050" spc="-75" dirty="0">
                <a:solidFill>
                  <a:srgbClr val="121111"/>
                </a:solidFill>
                <a:latin typeface="Lucida Sans Unicode"/>
                <a:cs typeface="Lucida Sans Unicode"/>
              </a:rPr>
              <a:t>problem-</a:t>
            </a:r>
            <a:r>
              <a:rPr sz="3050" spc="-40" dirty="0">
                <a:solidFill>
                  <a:srgbClr val="121111"/>
                </a:solidFill>
                <a:latin typeface="Lucida Sans Unicode"/>
                <a:cs typeface="Lucida Sans Unicode"/>
              </a:rPr>
              <a:t>solving,</a:t>
            </a:r>
            <a:r>
              <a:rPr sz="3050" spc="-15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21111"/>
                </a:solidFill>
                <a:latin typeface="Lucida Sans Unicode"/>
                <a:cs typeface="Lucida Sans Unicode"/>
              </a:rPr>
              <a:t>and</a:t>
            </a:r>
            <a:r>
              <a:rPr sz="3050" spc="-155" dirty="0">
                <a:solidFill>
                  <a:srgbClr val="121111"/>
                </a:solidFill>
                <a:latin typeface="Lucida Sans Unicode"/>
                <a:cs typeface="Lucida Sans Unicode"/>
              </a:rPr>
              <a:t> </a:t>
            </a:r>
            <a:r>
              <a:rPr sz="3050" spc="-10" dirty="0">
                <a:solidFill>
                  <a:srgbClr val="121111"/>
                </a:solidFill>
                <a:latin typeface="Lucida Sans Unicode"/>
                <a:cs typeface="Lucida Sans Unicode"/>
              </a:rPr>
              <a:t>innovation.</a:t>
            </a:r>
            <a:endParaRPr sz="3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2731" y="3545283"/>
              <a:ext cx="2095499" cy="5905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06666" y="7212459"/>
              <a:ext cx="2161468" cy="9063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8805" y="8859539"/>
              <a:ext cx="2095053" cy="5905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5442" y="6477502"/>
              <a:ext cx="2095053" cy="5905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8716" y="3564260"/>
              <a:ext cx="2157333" cy="8796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37457" y="0"/>
              <a:ext cx="1750541" cy="42532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52129" y="699917"/>
            <a:ext cx="6183630" cy="1270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150" i="0" spc="640" dirty="0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sz="8150" i="0" spc="-1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815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50429" cy="47337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167411" y="2877011"/>
            <a:ext cx="4030979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Autonomous</a:t>
            </a:r>
            <a:r>
              <a:rPr sz="20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Rubik’s</a:t>
            </a:r>
            <a:r>
              <a:rPr sz="20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Cube</a:t>
            </a:r>
            <a:r>
              <a:rPr sz="20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solving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0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scan</a:t>
            </a:r>
            <a:r>
              <a:rPr sz="20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82798" y="6901903"/>
            <a:ext cx="3782060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Solve</a:t>
            </a:r>
            <a:r>
              <a:rPr sz="20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cube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short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30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seconds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84418" y="8027741"/>
            <a:ext cx="3621404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Python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OpenCV</a:t>
            </a:r>
            <a:r>
              <a:rPr sz="20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Kociemba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solver</a:t>
            </a:r>
            <a:r>
              <a:rPr sz="20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3866" y="5349766"/>
            <a:ext cx="3270250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Real-time</a:t>
            </a:r>
            <a:r>
              <a:rPr sz="20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motor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20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response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3147" y="2563526"/>
            <a:ext cx="3475354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0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color</a:t>
            </a:r>
            <a:r>
              <a:rPr sz="20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r>
              <a:rPr sz="20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accuracy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under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sz="20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conditions</a:t>
            </a:r>
            <a:r>
              <a:rPr sz="20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(≥95%)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700" y="4091025"/>
            <a:ext cx="6055995" cy="133350"/>
          </a:xfrm>
          <a:custGeom>
            <a:avLst/>
            <a:gdLst/>
            <a:ahLst/>
            <a:cxnLst/>
            <a:rect l="l" t="t" r="r" b="b"/>
            <a:pathLst>
              <a:path w="6055995" h="133350">
                <a:moveTo>
                  <a:pt x="6055667" y="133194"/>
                </a:moveTo>
                <a:lnTo>
                  <a:pt x="0" y="133194"/>
                </a:lnTo>
                <a:lnTo>
                  <a:pt x="0" y="0"/>
                </a:lnTo>
                <a:lnTo>
                  <a:pt x="6055667" y="0"/>
                </a:lnTo>
                <a:lnTo>
                  <a:pt x="6055667" y="133194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5846" y="0"/>
            <a:ext cx="10152153" cy="10287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6000" y="3035035"/>
            <a:ext cx="6081395" cy="835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300" spc="-335" dirty="0">
                <a:latin typeface="Arial Black"/>
                <a:cs typeface="Arial Black"/>
              </a:rPr>
              <a:t>Project</a:t>
            </a:r>
            <a:r>
              <a:rPr sz="5300" spc="-490" dirty="0">
                <a:latin typeface="Arial Black"/>
                <a:cs typeface="Arial Black"/>
              </a:rPr>
              <a:t> </a:t>
            </a:r>
            <a:r>
              <a:rPr sz="5300" spc="-355" dirty="0">
                <a:latin typeface="Arial Black"/>
                <a:cs typeface="Arial Black"/>
              </a:rPr>
              <a:t>Objectives</a:t>
            </a:r>
            <a:endParaRPr sz="53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301" y="4702202"/>
            <a:ext cx="5231765" cy="1016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2825" marR="5080" indent="-1000760">
              <a:lnSpc>
                <a:spcPct val="116100"/>
              </a:lnSpc>
              <a:spcBef>
                <a:spcPts val="90"/>
              </a:spcBef>
            </a:pPr>
            <a:r>
              <a:rPr sz="2800" spc="55" dirty="0">
                <a:latin typeface="Lucida Sans Unicode"/>
                <a:cs typeface="Lucida Sans Unicode"/>
              </a:rPr>
              <a:t>Build</a:t>
            </a:r>
            <a:r>
              <a:rPr sz="2800" spc="-16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full</a:t>
            </a:r>
            <a:r>
              <a:rPr sz="2800" spc="-16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hardware/software </a:t>
            </a:r>
            <a:r>
              <a:rPr sz="2800" dirty="0">
                <a:latin typeface="Lucida Sans Unicode"/>
                <a:cs typeface="Lucida Sans Unicode"/>
              </a:rPr>
              <a:t>embedded</a:t>
            </a:r>
            <a:r>
              <a:rPr sz="2800" spc="14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system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6823" y="0"/>
            <a:ext cx="10141176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9943" y="3246"/>
            <a:ext cx="3467124" cy="41081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7855" y="5643309"/>
            <a:ext cx="594931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330" dirty="0">
                <a:latin typeface="Arial Black"/>
                <a:cs typeface="Arial Black"/>
              </a:rPr>
              <a:t>Project</a:t>
            </a:r>
            <a:r>
              <a:rPr sz="5200" spc="-509" dirty="0">
                <a:latin typeface="Arial Black"/>
                <a:cs typeface="Arial Black"/>
              </a:rPr>
              <a:t> </a:t>
            </a:r>
            <a:r>
              <a:rPr sz="5200" spc="-355" dirty="0">
                <a:latin typeface="Arial Black"/>
                <a:cs typeface="Arial Black"/>
              </a:rPr>
              <a:t>Objectives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0555" y="6676525"/>
            <a:ext cx="5923915" cy="130810"/>
          </a:xfrm>
          <a:custGeom>
            <a:avLst/>
            <a:gdLst/>
            <a:ahLst/>
            <a:cxnLst/>
            <a:rect l="l" t="t" r="r" b="b"/>
            <a:pathLst>
              <a:path w="5923915" h="130809">
                <a:moveTo>
                  <a:pt x="5923478" y="130286"/>
                </a:moveTo>
                <a:lnTo>
                  <a:pt x="0" y="130286"/>
                </a:lnTo>
                <a:lnTo>
                  <a:pt x="0" y="0"/>
                </a:lnTo>
                <a:lnTo>
                  <a:pt x="5923478" y="0"/>
                </a:lnTo>
                <a:lnTo>
                  <a:pt x="5923478" y="130286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9403" y="7650653"/>
            <a:ext cx="612584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200" dirty="0">
                <a:latin typeface="Arial Black"/>
                <a:cs typeface="Arial Black"/>
              </a:rPr>
              <a:t>Solve</a:t>
            </a:r>
            <a:r>
              <a:rPr sz="3100" spc="-290" dirty="0">
                <a:latin typeface="Arial Black"/>
                <a:cs typeface="Arial Black"/>
              </a:rPr>
              <a:t> </a:t>
            </a:r>
            <a:r>
              <a:rPr sz="3100" spc="-170" dirty="0">
                <a:latin typeface="Arial Black"/>
                <a:cs typeface="Arial Black"/>
              </a:rPr>
              <a:t>the</a:t>
            </a:r>
            <a:r>
              <a:rPr sz="3100" spc="-285" dirty="0">
                <a:latin typeface="Arial Black"/>
                <a:cs typeface="Arial Black"/>
              </a:rPr>
              <a:t> </a:t>
            </a:r>
            <a:r>
              <a:rPr sz="3100" spc="-225" dirty="0">
                <a:latin typeface="Arial Black"/>
                <a:cs typeface="Arial Black"/>
              </a:rPr>
              <a:t>cube</a:t>
            </a:r>
            <a:r>
              <a:rPr sz="3100" spc="-285" dirty="0">
                <a:latin typeface="Arial Black"/>
                <a:cs typeface="Arial Black"/>
              </a:rPr>
              <a:t> </a:t>
            </a:r>
            <a:r>
              <a:rPr sz="3100" spc="-140" dirty="0">
                <a:latin typeface="Arial Black"/>
                <a:cs typeface="Arial Black"/>
              </a:rPr>
              <a:t>in</a:t>
            </a:r>
            <a:r>
              <a:rPr sz="3100" spc="-290" dirty="0">
                <a:latin typeface="Arial Black"/>
                <a:cs typeface="Arial Black"/>
              </a:rPr>
              <a:t> </a:t>
            </a:r>
            <a:r>
              <a:rPr sz="3100" spc="-375" dirty="0">
                <a:latin typeface="Arial Black"/>
                <a:cs typeface="Arial Black"/>
              </a:rPr>
              <a:t>&lt;=</a:t>
            </a:r>
            <a:r>
              <a:rPr sz="3100" spc="-285" dirty="0">
                <a:latin typeface="Arial Black"/>
                <a:cs typeface="Arial Black"/>
              </a:rPr>
              <a:t> </a:t>
            </a:r>
            <a:r>
              <a:rPr sz="3100" spc="-85" dirty="0">
                <a:latin typeface="Arial Black"/>
                <a:cs typeface="Arial Black"/>
              </a:rPr>
              <a:t>30</a:t>
            </a:r>
            <a:r>
              <a:rPr sz="3100" spc="-285" dirty="0">
                <a:latin typeface="Arial Black"/>
                <a:cs typeface="Arial Black"/>
              </a:rPr>
              <a:t> </a:t>
            </a:r>
            <a:r>
              <a:rPr sz="3100" spc="-190" dirty="0">
                <a:latin typeface="Arial Black"/>
                <a:cs typeface="Arial Black"/>
              </a:rPr>
              <a:t>seconds</a:t>
            </a:r>
            <a:endParaRPr sz="3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599447" y="1474116"/>
            <a:ext cx="6544945" cy="6544945"/>
            <a:chOff x="10599447" y="1474116"/>
            <a:chExt cx="6544945" cy="6544945"/>
          </a:xfrm>
        </p:grpSpPr>
        <p:sp>
          <p:nvSpPr>
            <p:cNvPr id="4" name="object 4"/>
            <p:cNvSpPr/>
            <p:nvPr/>
          </p:nvSpPr>
          <p:spPr>
            <a:xfrm>
              <a:off x="10599447" y="1474116"/>
              <a:ext cx="6544945" cy="6544945"/>
            </a:xfrm>
            <a:custGeom>
              <a:avLst/>
              <a:gdLst/>
              <a:ahLst/>
              <a:cxnLst/>
              <a:rect l="l" t="t" r="r" b="b"/>
              <a:pathLst>
                <a:path w="6544944" h="6544945">
                  <a:moveTo>
                    <a:pt x="3288270" y="6544390"/>
                  </a:moveTo>
                  <a:lnTo>
                    <a:pt x="3240089" y="6544272"/>
                  </a:lnTo>
                  <a:lnTo>
                    <a:pt x="3191914" y="6543444"/>
                  </a:lnTo>
                  <a:lnTo>
                    <a:pt x="3143747" y="6541906"/>
                  </a:lnTo>
                  <a:lnTo>
                    <a:pt x="3095607" y="6539660"/>
                  </a:lnTo>
                  <a:lnTo>
                    <a:pt x="3047516" y="6536706"/>
                  </a:lnTo>
                  <a:lnTo>
                    <a:pt x="2999473" y="6533043"/>
                  </a:lnTo>
                  <a:lnTo>
                    <a:pt x="2951480" y="6528673"/>
                  </a:lnTo>
                  <a:lnTo>
                    <a:pt x="2903556" y="6523596"/>
                  </a:lnTo>
                  <a:lnTo>
                    <a:pt x="2855722" y="6517816"/>
                  </a:lnTo>
                  <a:lnTo>
                    <a:pt x="2807979" y="6511331"/>
                  </a:lnTo>
                  <a:lnTo>
                    <a:pt x="2760326" y="6504143"/>
                  </a:lnTo>
                  <a:lnTo>
                    <a:pt x="2712784" y="6496254"/>
                  </a:lnTo>
                  <a:lnTo>
                    <a:pt x="2665373" y="6487667"/>
                  </a:lnTo>
                  <a:lnTo>
                    <a:pt x="2618095" y="6478384"/>
                  </a:lnTo>
                  <a:lnTo>
                    <a:pt x="2570947" y="6468402"/>
                  </a:lnTo>
                  <a:lnTo>
                    <a:pt x="2523952" y="6457728"/>
                  </a:lnTo>
                  <a:lnTo>
                    <a:pt x="2477130" y="6446365"/>
                  </a:lnTo>
                  <a:lnTo>
                    <a:pt x="2430479" y="6434314"/>
                  </a:lnTo>
                  <a:lnTo>
                    <a:pt x="2384002" y="6421574"/>
                  </a:lnTo>
                  <a:lnTo>
                    <a:pt x="2337716" y="6408152"/>
                  </a:lnTo>
                  <a:lnTo>
                    <a:pt x="2291644" y="6394053"/>
                  </a:lnTo>
                  <a:lnTo>
                    <a:pt x="2245784" y="6379276"/>
                  </a:lnTo>
                  <a:lnTo>
                    <a:pt x="2200137" y="6363823"/>
                  </a:lnTo>
                  <a:lnTo>
                    <a:pt x="2154722" y="6347699"/>
                  </a:lnTo>
                  <a:lnTo>
                    <a:pt x="2109559" y="6330911"/>
                  </a:lnTo>
                  <a:lnTo>
                    <a:pt x="2064649" y="6313460"/>
                  </a:lnTo>
                  <a:lnTo>
                    <a:pt x="2019991" y="6295346"/>
                  </a:lnTo>
                  <a:lnTo>
                    <a:pt x="1975604" y="6276577"/>
                  </a:lnTo>
                  <a:lnTo>
                    <a:pt x="1931508" y="6257160"/>
                  </a:lnTo>
                  <a:lnTo>
                    <a:pt x="1887703" y="6237096"/>
                  </a:lnTo>
                  <a:lnTo>
                    <a:pt x="1844188" y="6216384"/>
                  </a:lnTo>
                  <a:lnTo>
                    <a:pt x="1800983" y="6195034"/>
                  </a:lnTo>
                  <a:lnTo>
                    <a:pt x="1758107" y="6173054"/>
                  </a:lnTo>
                  <a:lnTo>
                    <a:pt x="1715559" y="6150446"/>
                  </a:lnTo>
                  <a:lnTo>
                    <a:pt x="1673339" y="6127208"/>
                  </a:lnTo>
                  <a:lnTo>
                    <a:pt x="1631466" y="6103352"/>
                  </a:lnTo>
                  <a:lnTo>
                    <a:pt x="1589958" y="6078886"/>
                  </a:lnTo>
                  <a:lnTo>
                    <a:pt x="1548815" y="6053812"/>
                  </a:lnTo>
                  <a:lnTo>
                    <a:pt x="1508037" y="6028130"/>
                  </a:lnTo>
                  <a:lnTo>
                    <a:pt x="1467641" y="6001849"/>
                  </a:lnTo>
                  <a:lnTo>
                    <a:pt x="1427645" y="5974983"/>
                  </a:lnTo>
                  <a:lnTo>
                    <a:pt x="1388049" y="5947530"/>
                  </a:lnTo>
                  <a:lnTo>
                    <a:pt x="1348853" y="5919491"/>
                  </a:lnTo>
                  <a:lnTo>
                    <a:pt x="1310075" y="5890879"/>
                  </a:lnTo>
                  <a:lnTo>
                    <a:pt x="1271730" y="5861704"/>
                  </a:lnTo>
                  <a:lnTo>
                    <a:pt x="1233819" y="5831968"/>
                  </a:lnTo>
                  <a:lnTo>
                    <a:pt x="1196342" y="5801670"/>
                  </a:lnTo>
                  <a:lnTo>
                    <a:pt x="1159315" y="5770824"/>
                  </a:lnTo>
                  <a:lnTo>
                    <a:pt x="1122754" y="5739443"/>
                  </a:lnTo>
                  <a:lnTo>
                    <a:pt x="1086660" y="5707526"/>
                  </a:lnTo>
                  <a:lnTo>
                    <a:pt x="1051031" y="5675075"/>
                  </a:lnTo>
                  <a:lnTo>
                    <a:pt x="1015885" y="5642102"/>
                  </a:lnTo>
                  <a:lnTo>
                    <a:pt x="981235" y="5608623"/>
                  </a:lnTo>
                  <a:lnTo>
                    <a:pt x="947082" y="5574637"/>
                  </a:lnTo>
                  <a:lnTo>
                    <a:pt x="913426" y="5540144"/>
                  </a:lnTo>
                  <a:lnTo>
                    <a:pt x="880281" y="5505160"/>
                  </a:lnTo>
                  <a:lnTo>
                    <a:pt x="847662" y="5469699"/>
                  </a:lnTo>
                  <a:lnTo>
                    <a:pt x="815569" y="5433761"/>
                  </a:lnTo>
                  <a:lnTo>
                    <a:pt x="784002" y="5397347"/>
                  </a:lnTo>
                  <a:lnTo>
                    <a:pt x="752974" y="5360472"/>
                  </a:lnTo>
                  <a:lnTo>
                    <a:pt x="722499" y="5323152"/>
                  </a:lnTo>
                  <a:lnTo>
                    <a:pt x="692578" y="5285388"/>
                  </a:lnTo>
                  <a:lnTo>
                    <a:pt x="663209" y="5247178"/>
                  </a:lnTo>
                  <a:lnTo>
                    <a:pt x="634406" y="5208541"/>
                  </a:lnTo>
                  <a:lnTo>
                    <a:pt x="606181" y="5169491"/>
                  </a:lnTo>
                  <a:lnTo>
                    <a:pt x="578535" y="5130031"/>
                  </a:lnTo>
                  <a:lnTo>
                    <a:pt x="551467" y="5090158"/>
                  </a:lnTo>
                  <a:lnTo>
                    <a:pt x="524988" y="5049892"/>
                  </a:lnTo>
                  <a:lnTo>
                    <a:pt x="499111" y="5009249"/>
                  </a:lnTo>
                  <a:lnTo>
                    <a:pt x="473836" y="4968229"/>
                  </a:lnTo>
                  <a:lnTo>
                    <a:pt x="449162" y="4926833"/>
                  </a:lnTo>
                  <a:lnTo>
                    <a:pt x="425100" y="4885078"/>
                  </a:lnTo>
                  <a:lnTo>
                    <a:pt x="401660" y="4842982"/>
                  </a:lnTo>
                  <a:lnTo>
                    <a:pt x="378843" y="4800545"/>
                  </a:lnTo>
                  <a:lnTo>
                    <a:pt x="356649" y="4757768"/>
                  </a:lnTo>
                  <a:lnTo>
                    <a:pt x="335087" y="4714668"/>
                  </a:lnTo>
                  <a:lnTo>
                    <a:pt x="314166" y="4671265"/>
                  </a:lnTo>
                  <a:lnTo>
                    <a:pt x="293887" y="4627559"/>
                  </a:lnTo>
                  <a:lnTo>
                    <a:pt x="274250" y="4583549"/>
                  </a:lnTo>
                  <a:lnTo>
                    <a:pt x="255263" y="4539255"/>
                  </a:lnTo>
                  <a:lnTo>
                    <a:pt x="236933" y="4494696"/>
                  </a:lnTo>
                  <a:lnTo>
                    <a:pt x="219263" y="4449872"/>
                  </a:lnTo>
                  <a:lnTo>
                    <a:pt x="202250" y="4404782"/>
                  </a:lnTo>
                  <a:lnTo>
                    <a:pt x="185904" y="4359447"/>
                  </a:lnTo>
                  <a:lnTo>
                    <a:pt x="170230" y="4313886"/>
                  </a:lnTo>
                  <a:lnTo>
                    <a:pt x="155228" y="4268100"/>
                  </a:lnTo>
                  <a:lnTo>
                    <a:pt x="140900" y="4222087"/>
                  </a:lnTo>
                  <a:lnTo>
                    <a:pt x="127250" y="4175868"/>
                  </a:lnTo>
                  <a:lnTo>
                    <a:pt x="114285" y="4129463"/>
                  </a:lnTo>
                  <a:lnTo>
                    <a:pt x="102006" y="4082873"/>
                  </a:lnTo>
                  <a:lnTo>
                    <a:pt x="90411" y="4036096"/>
                  </a:lnTo>
                  <a:lnTo>
                    <a:pt x="79506" y="3989154"/>
                  </a:lnTo>
                  <a:lnTo>
                    <a:pt x="69295" y="3942067"/>
                  </a:lnTo>
                  <a:lnTo>
                    <a:pt x="59780" y="3894834"/>
                  </a:lnTo>
                  <a:lnTo>
                    <a:pt x="50959" y="3847456"/>
                  </a:lnTo>
                  <a:lnTo>
                    <a:pt x="42836" y="3799953"/>
                  </a:lnTo>
                  <a:lnTo>
                    <a:pt x="35416" y="3752347"/>
                  </a:lnTo>
                  <a:lnTo>
                    <a:pt x="28698" y="3704636"/>
                  </a:lnTo>
                  <a:lnTo>
                    <a:pt x="22681" y="3656820"/>
                  </a:lnTo>
                  <a:lnTo>
                    <a:pt x="17369" y="3608922"/>
                  </a:lnTo>
                  <a:lnTo>
                    <a:pt x="12764" y="3560961"/>
                  </a:lnTo>
                  <a:lnTo>
                    <a:pt x="8866" y="3512937"/>
                  </a:lnTo>
                  <a:lnTo>
                    <a:pt x="5675" y="3464851"/>
                  </a:lnTo>
                  <a:lnTo>
                    <a:pt x="3192" y="3416723"/>
                  </a:lnTo>
                  <a:lnTo>
                    <a:pt x="1418" y="3368574"/>
                  </a:lnTo>
                  <a:lnTo>
                    <a:pt x="354" y="3320404"/>
                  </a:lnTo>
                  <a:lnTo>
                    <a:pt x="0" y="3272213"/>
                  </a:lnTo>
                  <a:lnTo>
                    <a:pt x="354" y="3224022"/>
                  </a:lnTo>
                  <a:lnTo>
                    <a:pt x="1418" y="3175852"/>
                  </a:lnTo>
                  <a:lnTo>
                    <a:pt x="3192" y="3127703"/>
                  </a:lnTo>
                  <a:lnTo>
                    <a:pt x="5675" y="3079575"/>
                  </a:lnTo>
                  <a:lnTo>
                    <a:pt x="8866" y="3031489"/>
                  </a:lnTo>
                  <a:lnTo>
                    <a:pt x="12764" y="2983465"/>
                  </a:lnTo>
                  <a:lnTo>
                    <a:pt x="17369" y="2935504"/>
                  </a:lnTo>
                  <a:lnTo>
                    <a:pt x="22682" y="2887605"/>
                  </a:lnTo>
                  <a:lnTo>
                    <a:pt x="28698" y="2839790"/>
                  </a:lnTo>
                  <a:lnTo>
                    <a:pt x="35416" y="2792079"/>
                  </a:lnTo>
                  <a:lnTo>
                    <a:pt x="42837" y="2744473"/>
                  </a:lnTo>
                  <a:lnTo>
                    <a:pt x="50959" y="2696970"/>
                  </a:lnTo>
                  <a:lnTo>
                    <a:pt x="59780" y="2649592"/>
                  </a:lnTo>
                  <a:lnTo>
                    <a:pt x="69296" y="2602359"/>
                  </a:lnTo>
                  <a:lnTo>
                    <a:pt x="79506" y="2555272"/>
                  </a:lnTo>
                  <a:lnTo>
                    <a:pt x="90411" y="2508330"/>
                  </a:lnTo>
                  <a:lnTo>
                    <a:pt x="102006" y="2461553"/>
                  </a:lnTo>
                  <a:lnTo>
                    <a:pt x="114286" y="2414963"/>
                  </a:lnTo>
                  <a:lnTo>
                    <a:pt x="127250" y="2368558"/>
                  </a:lnTo>
                  <a:lnTo>
                    <a:pt x="140900" y="2322339"/>
                  </a:lnTo>
                  <a:lnTo>
                    <a:pt x="155229" y="2276326"/>
                  </a:lnTo>
                  <a:lnTo>
                    <a:pt x="170230" y="2230540"/>
                  </a:lnTo>
                  <a:lnTo>
                    <a:pt x="185904" y="2184979"/>
                  </a:lnTo>
                  <a:lnTo>
                    <a:pt x="202251" y="2139644"/>
                  </a:lnTo>
                  <a:lnTo>
                    <a:pt x="219263" y="2094554"/>
                  </a:lnTo>
                  <a:lnTo>
                    <a:pt x="236934" y="2049730"/>
                  </a:lnTo>
                  <a:lnTo>
                    <a:pt x="255263" y="2005171"/>
                  </a:lnTo>
                  <a:lnTo>
                    <a:pt x="274251" y="1960877"/>
                  </a:lnTo>
                  <a:lnTo>
                    <a:pt x="293888" y="1916867"/>
                  </a:lnTo>
                  <a:lnTo>
                    <a:pt x="314167" y="1873161"/>
                  </a:lnTo>
                  <a:lnTo>
                    <a:pt x="335088" y="1829758"/>
                  </a:lnTo>
                  <a:lnTo>
                    <a:pt x="356650" y="1786659"/>
                  </a:lnTo>
                  <a:lnTo>
                    <a:pt x="378844" y="1743882"/>
                  </a:lnTo>
                  <a:lnTo>
                    <a:pt x="401661" y="1701445"/>
                  </a:lnTo>
                  <a:lnTo>
                    <a:pt x="425100" y="1659349"/>
                  </a:lnTo>
                  <a:lnTo>
                    <a:pt x="449162" y="1617594"/>
                  </a:lnTo>
                  <a:lnTo>
                    <a:pt x="473837" y="1576198"/>
                  </a:lnTo>
                  <a:lnTo>
                    <a:pt x="499112" y="1535178"/>
                  </a:lnTo>
                  <a:lnTo>
                    <a:pt x="524989" y="1494535"/>
                  </a:lnTo>
                  <a:lnTo>
                    <a:pt x="551468" y="1454268"/>
                  </a:lnTo>
                  <a:lnTo>
                    <a:pt x="578536" y="1414396"/>
                  </a:lnTo>
                  <a:lnTo>
                    <a:pt x="606183" y="1374936"/>
                  </a:lnTo>
                  <a:lnTo>
                    <a:pt x="634408" y="1335887"/>
                  </a:lnTo>
                  <a:lnTo>
                    <a:pt x="663211" y="1297249"/>
                  </a:lnTo>
                  <a:lnTo>
                    <a:pt x="692579" y="1259040"/>
                  </a:lnTo>
                  <a:lnTo>
                    <a:pt x="722501" y="1221275"/>
                  </a:lnTo>
                  <a:lnTo>
                    <a:pt x="752976" y="1183955"/>
                  </a:lnTo>
                  <a:lnTo>
                    <a:pt x="784003" y="1147080"/>
                  </a:lnTo>
                  <a:lnTo>
                    <a:pt x="815570" y="1110666"/>
                  </a:lnTo>
                  <a:lnTo>
                    <a:pt x="847663" y="1074729"/>
                  </a:lnTo>
                  <a:lnTo>
                    <a:pt x="880282" y="1039268"/>
                  </a:lnTo>
                  <a:lnTo>
                    <a:pt x="913427" y="1004283"/>
                  </a:lnTo>
                  <a:lnTo>
                    <a:pt x="947083" y="969791"/>
                  </a:lnTo>
                  <a:lnTo>
                    <a:pt x="981236" y="935805"/>
                  </a:lnTo>
                  <a:lnTo>
                    <a:pt x="1015886" y="902325"/>
                  </a:lnTo>
                  <a:lnTo>
                    <a:pt x="1051033" y="869353"/>
                  </a:lnTo>
                  <a:lnTo>
                    <a:pt x="1086661" y="836901"/>
                  </a:lnTo>
                  <a:lnTo>
                    <a:pt x="1122756" y="804985"/>
                  </a:lnTo>
                  <a:lnTo>
                    <a:pt x="1159317" y="773604"/>
                  </a:lnTo>
                  <a:lnTo>
                    <a:pt x="1196344" y="742758"/>
                  </a:lnTo>
                  <a:lnTo>
                    <a:pt x="1233821" y="712460"/>
                  </a:lnTo>
                  <a:lnTo>
                    <a:pt x="1271732" y="682724"/>
                  </a:lnTo>
                  <a:lnTo>
                    <a:pt x="1310076" y="653550"/>
                  </a:lnTo>
                  <a:lnTo>
                    <a:pt x="1348855" y="624937"/>
                  </a:lnTo>
                  <a:lnTo>
                    <a:pt x="2310535" y="1948576"/>
                  </a:lnTo>
                  <a:lnTo>
                    <a:pt x="2291146" y="1962882"/>
                  </a:lnTo>
                  <a:lnTo>
                    <a:pt x="2271973" y="1977469"/>
                  </a:lnTo>
                  <a:lnTo>
                    <a:pt x="2234279" y="2007486"/>
                  </a:lnTo>
                  <a:lnTo>
                    <a:pt x="2197485" y="2038600"/>
                  </a:lnTo>
                  <a:lnTo>
                    <a:pt x="2161624" y="2070784"/>
                  </a:lnTo>
                  <a:lnTo>
                    <a:pt x="2126725" y="2104010"/>
                  </a:lnTo>
                  <a:lnTo>
                    <a:pt x="2092821" y="2138249"/>
                  </a:lnTo>
                  <a:lnTo>
                    <a:pt x="2059939" y="2173472"/>
                  </a:lnTo>
                  <a:lnTo>
                    <a:pt x="2028109" y="2209648"/>
                  </a:lnTo>
                  <a:lnTo>
                    <a:pt x="1997358" y="2246745"/>
                  </a:lnTo>
                  <a:lnTo>
                    <a:pt x="1967713" y="2284732"/>
                  </a:lnTo>
                  <a:lnTo>
                    <a:pt x="1939199" y="2323576"/>
                  </a:lnTo>
                  <a:lnTo>
                    <a:pt x="1911841" y="2363242"/>
                  </a:lnTo>
                  <a:lnTo>
                    <a:pt x="1885663" y="2403697"/>
                  </a:lnTo>
                  <a:lnTo>
                    <a:pt x="1860689" y="2444905"/>
                  </a:lnTo>
                  <a:lnTo>
                    <a:pt x="1836938" y="2486830"/>
                  </a:lnTo>
                  <a:lnTo>
                    <a:pt x="1814432" y="2529437"/>
                  </a:lnTo>
                  <a:lnTo>
                    <a:pt x="1793191" y="2572689"/>
                  </a:lnTo>
                  <a:lnTo>
                    <a:pt x="1773233" y="2616547"/>
                  </a:lnTo>
                  <a:lnTo>
                    <a:pt x="1754575" y="2660973"/>
                  </a:lnTo>
                  <a:lnTo>
                    <a:pt x="1737233" y="2705930"/>
                  </a:lnTo>
                  <a:lnTo>
                    <a:pt x="1721223" y="2751378"/>
                  </a:lnTo>
                  <a:lnTo>
                    <a:pt x="1706558" y="2797278"/>
                  </a:lnTo>
                  <a:lnTo>
                    <a:pt x="1693251" y="2843590"/>
                  </a:lnTo>
                  <a:lnTo>
                    <a:pt x="1681313" y="2890273"/>
                  </a:lnTo>
                  <a:lnTo>
                    <a:pt x="1670756" y="2937288"/>
                  </a:lnTo>
                  <a:lnTo>
                    <a:pt x="1661587" y="2984593"/>
                  </a:lnTo>
                  <a:lnTo>
                    <a:pt x="1653816" y="3032148"/>
                  </a:lnTo>
                  <a:lnTo>
                    <a:pt x="1647448" y="3079911"/>
                  </a:lnTo>
                  <a:lnTo>
                    <a:pt x="1642490" y="3127841"/>
                  </a:lnTo>
                  <a:lnTo>
                    <a:pt x="1638945" y="3175896"/>
                  </a:lnTo>
                  <a:lnTo>
                    <a:pt x="1636817" y="3224034"/>
                  </a:lnTo>
                  <a:lnTo>
                    <a:pt x="1636108" y="3272215"/>
                  </a:lnTo>
                  <a:lnTo>
                    <a:pt x="1636285" y="3296310"/>
                  </a:lnTo>
                  <a:lnTo>
                    <a:pt x="1637704" y="3344470"/>
                  </a:lnTo>
                  <a:lnTo>
                    <a:pt x="1640541" y="3392577"/>
                  </a:lnTo>
                  <a:lnTo>
                    <a:pt x="1644792" y="3440569"/>
                  </a:lnTo>
                  <a:lnTo>
                    <a:pt x="1650457" y="3488426"/>
                  </a:lnTo>
                  <a:lnTo>
                    <a:pt x="1657526" y="3536085"/>
                  </a:lnTo>
                  <a:lnTo>
                    <a:pt x="1665998" y="3583525"/>
                  </a:lnTo>
                  <a:lnTo>
                    <a:pt x="1675861" y="3630685"/>
                  </a:lnTo>
                  <a:lnTo>
                    <a:pt x="1687111" y="3677545"/>
                  </a:lnTo>
                  <a:lnTo>
                    <a:pt x="1699733" y="3724042"/>
                  </a:lnTo>
                  <a:lnTo>
                    <a:pt x="1713722" y="3770158"/>
                  </a:lnTo>
                  <a:lnTo>
                    <a:pt x="1729060" y="3815832"/>
                  </a:lnTo>
                  <a:lnTo>
                    <a:pt x="1745739" y="3861044"/>
                  </a:lnTo>
                  <a:lnTo>
                    <a:pt x="1763739" y="3905736"/>
                  </a:lnTo>
                  <a:lnTo>
                    <a:pt x="1783052" y="3949888"/>
                  </a:lnTo>
                  <a:lnTo>
                    <a:pt x="1803652" y="3993442"/>
                  </a:lnTo>
                  <a:lnTo>
                    <a:pt x="1825530" y="4036381"/>
                  </a:lnTo>
                  <a:lnTo>
                    <a:pt x="1848658" y="4078647"/>
                  </a:lnTo>
                  <a:lnTo>
                    <a:pt x="1873026" y="4120223"/>
                  </a:lnTo>
                  <a:lnTo>
                    <a:pt x="1898602" y="4161054"/>
                  </a:lnTo>
                  <a:lnTo>
                    <a:pt x="1925376" y="4201123"/>
                  </a:lnTo>
                  <a:lnTo>
                    <a:pt x="1953311" y="4240378"/>
                  </a:lnTo>
                  <a:lnTo>
                    <a:pt x="1982397" y="4278802"/>
                  </a:lnTo>
                  <a:lnTo>
                    <a:pt x="2012595" y="4316344"/>
                  </a:lnTo>
                  <a:lnTo>
                    <a:pt x="2043893" y="4352989"/>
                  </a:lnTo>
                  <a:lnTo>
                    <a:pt x="2076249" y="4388688"/>
                  </a:lnTo>
                  <a:lnTo>
                    <a:pt x="2109649" y="4423427"/>
                  </a:lnTo>
                  <a:lnTo>
                    <a:pt x="2144051" y="4457159"/>
                  </a:lnTo>
                  <a:lnTo>
                    <a:pt x="2179438" y="4489871"/>
                  </a:lnTo>
                  <a:lnTo>
                    <a:pt x="2215766" y="4521520"/>
                  </a:lnTo>
                  <a:lnTo>
                    <a:pt x="2253018" y="4552092"/>
                  </a:lnTo>
                  <a:lnTo>
                    <a:pt x="2291146" y="4581547"/>
                  </a:lnTo>
                  <a:lnTo>
                    <a:pt x="2330133" y="4609873"/>
                  </a:lnTo>
                  <a:lnTo>
                    <a:pt x="2369929" y="4637032"/>
                  </a:lnTo>
                  <a:lnTo>
                    <a:pt x="2410516" y="4663014"/>
                  </a:lnTo>
                  <a:lnTo>
                    <a:pt x="2451842" y="4687784"/>
                  </a:lnTo>
                  <a:lnTo>
                    <a:pt x="2493888" y="4711331"/>
                  </a:lnTo>
                  <a:lnTo>
                    <a:pt x="2536600" y="4733624"/>
                  </a:lnTo>
                  <a:lnTo>
                    <a:pt x="2579960" y="4754655"/>
                  </a:lnTo>
                  <a:lnTo>
                    <a:pt x="2623911" y="4774396"/>
                  </a:lnTo>
                  <a:lnTo>
                    <a:pt x="2668433" y="4792838"/>
                  </a:lnTo>
                  <a:lnTo>
                    <a:pt x="2713470" y="4809957"/>
                  </a:lnTo>
                  <a:lnTo>
                    <a:pt x="2759001" y="4825746"/>
                  </a:lnTo>
                  <a:lnTo>
                    <a:pt x="2804967" y="4840184"/>
                  </a:lnTo>
                  <a:lnTo>
                    <a:pt x="2851348" y="4853264"/>
                  </a:lnTo>
                  <a:lnTo>
                    <a:pt x="2898085" y="4864971"/>
                  </a:lnTo>
                  <a:lnTo>
                    <a:pt x="2945156" y="4875299"/>
                  </a:lnTo>
                  <a:lnTo>
                    <a:pt x="2992501" y="4884234"/>
                  </a:lnTo>
                  <a:lnTo>
                    <a:pt x="3040098" y="4891773"/>
                  </a:lnTo>
                  <a:lnTo>
                    <a:pt x="3087887" y="4897905"/>
                  </a:lnTo>
                  <a:lnTo>
                    <a:pt x="3135845" y="4902629"/>
                  </a:lnTo>
                  <a:lnTo>
                    <a:pt x="3183912" y="4905937"/>
                  </a:lnTo>
                  <a:lnTo>
                    <a:pt x="3232066" y="4907829"/>
                  </a:lnTo>
                  <a:lnTo>
                    <a:pt x="3280244" y="4908302"/>
                  </a:lnTo>
                  <a:lnTo>
                    <a:pt x="3304338" y="4908006"/>
                  </a:lnTo>
                  <a:lnTo>
                    <a:pt x="3352495" y="4906351"/>
                  </a:lnTo>
                  <a:lnTo>
                    <a:pt x="3400583" y="4903278"/>
                  </a:lnTo>
                  <a:lnTo>
                    <a:pt x="3448559" y="4898791"/>
                  </a:lnTo>
                  <a:lnTo>
                    <a:pt x="3496382" y="4892892"/>
                  </a:lnTo>
                  <a:lnTo>
                    <a:pt x="3544011" y="4885588"/>
                  </a:lnTo>
                  <a:lnTo>
                    <a:pt x="3591404" y="4876884"/>
                  </a:lnTo>
                  <a:lnTo>
                    <a:pt x="3638520" y="4866789"/>
                  </a:lnTo>
                  <a:lnTo>
                    <a:pt x="3685319" y="4855310"/>
                  </a:lnTo>
                  <a:lnTo>
                    <a:pt x="3731759" y="4842459"/>
                  </a:lnTo>
                  <a:lnTo>
                    <a:pt x="3777800" y="4828245"/>
                  </a:lnTo>
                  <a:lnTo>
                    <a:pt x="3823403" y="4812682"/>
                  </a:lnTo>
                  <a:lnTo>
                    <a:pt x="3868528" y="4795782"/>
                  </a:lnTo>
                  <a:lnTo>
                    <a:pt x="3913136" y="4777561"/>
                  </a:lnTo>
                  <a:lnTo>
                    <a:pt x="3957188" y="4758034"/>
                  </a:lnTo>
                  <a:lnTo>
                    <a:pt x="4000645" y="4737218"/>
                  </a:lnTo>
                  <a:lnTo>
                    <a:pt x="4043471" y="4715132"/>
                  </a:lnTo>
                  <a:lnTo>
                    <a:pt x="4085628" y="4691794"/>
                  </a:lnTo>
                  <a:lnTo>
                    <a:pt x="4127079" y="4667225"/>
                  </a:lnTo>
                  <a:lnTo>
                    <a:pt x="4167789" y="4641446"/>
                  </a:lnTo>
                  <a:lnTo>
                    <a:pt x="4207722" y="4614479"/>
                  </a:lnTo>
                  <a:lnTo>
                    <a:pt x="4246843" y="4586348"/>
                  </a:lnTo>
                  <a:lnTo>
                    <a:pt x="4285119" y="4557077"/>
                  </a:lnTo>
                  <a:lnTo>
                    <a:pt x="4322517" y="4526692"/>
                  </a:lnTo>
                  <a:lnTo>
                    <a:pt x="4359004" y="4495218"/>
                  </a:lnTo>
                  <a:lnTo>
                    <a:pt x="4394548" y="4462684"/>
                  </a:lnTo>
                  <a:lnTo>
                    <a:pt x="4429118" y="4429117"/>
                  </a:lnTo>
                  <a:lnTo>
                    <a:pt x="4462685" y="4394546"/>
                  </a:lnTo>
                  <a:lnTo>
                    <a:pt x="4495219" y="4359002"/>
                  </a:lnTo>
                  <a:lnTo>
                    <a:pt x="4526693" y="4322516"/>
                  </a:lnTo>
                  <a:lnTo>
                    <a:pt x="4557078" y="4285118"/>
                  </a:lnTo>
                  <a:lnTo>
                    <a:pt x="4586349" y="4246842"/>
                  </a:lnTo>
                  <a:lnTo>
                    <a:pt x="4614480" y="4207720"/>
                  </a:lnTo>
                  <a:lnTo>
                    <a:pt x="4641447" y="4167787"/>
                  </a:lnTo>
                  <a:lnTo>
                    <a:pt x="4667226" y="4127078"/>
                  </a:lnTo>
                  <a:lnTo>
                    <a:pt x="4691795" y="4085626"/>
                  </a:lnTo>
                  <a:lnTo>
                    <a:pt x="4715133" y="4043469"/>
                  </a:lnTo>
                  <a:lnTo>
                    <a:pt x="4737219" y="4000644"/>
                  </a:lnTo>
                  <a:lnTo>
                    <a:pt x="4758035" y="3957186"/>
                  </a:lnTo>
                  <a:lnTo>
                    <a:pt x="4777562" y="3913134"/>
                  </a:lnTo>
                  <a:lnTo>
                    <a:pt x="4795783" y="3868527"/>
                  </a:lnTo>
                  <a:lnTo>
                    <a:pt x="4812682" y="3823402"/>
                  </a:lnTo>
                  <a:lnTo>
                    <a:pt x="4828246" y="3777799"/>
                  </a:lnTo>
                  <a:lnTo>
                    <a:pt x="4842459" y="3731757"/>
                  </a:lnTo>
                  <a:lnTo>
                    <a:pt x="4855311" y="3685317"/>
                  </a:lnTo>
                  <a:lnTo>
                    <a:pt x="4866790" y="3638519"/>
                  </a:lnTo>
                  <a:lnTo>
                    <a:pt x="4876885" y="3591403"/>
                  </a:lnTo>
                  <a:lnTo>
                    <a:pt x="4885589" y="3544010"/>
                  </a:lnTo>
                  <a:lnTo>
                    <a:pt x="4892893" y="3496381"/>
                  </a:lnTo>
                  <a:lnTo>
                    <a:pt x="4898791" y="3448558"/>
                  </a:lnTo>
                  <a:lnTo>
                    <a:pt x="4903279" y="3400581"/>
                  </a:lnTo>
                  <a:lnTo>
                    <a:pt x="4906352" y="3352494"/>
                  </a:lnTo>
                  <a:lnTo>
                    <a:pt x="4908007" y="3304337"/>
                  </a:lnTo>
                  <a:lnTo>
                    <a:pt x="4908303" y="3280243"/>
                  </a:lnTo>
                  <a:lnTo>
                    <a:pt x="4908244" y="3256152"/>
                  </a:lnTo>
                  <a:lnTo>
                    <a:pt x="4907061" y="3207981"/>
                  </a:lnTo>
                  <a:lnTo>
                    <a:pt x="4904461" y="3159865"/>
                  </a:lnTo>
                  <a:lnTo>
                    <a:pt x="4900444" y="3111847"/>
                  </a:lnTo>
                  <a:lnTo>
                    <a:pt x="4895015" y="3063969"/>
                  </a:lnTo>
                  <a:lnTo>
                    <a:pt x="4888179" y="3016270"/>
                  </a:lnTo>
                  <a:lnTo>
                    <a:pt x="4879941" y="2968794"/>
                  </a:lnTo>
                  <a:lnTo>
                    <a:pt x="4870309" y="2921581"/>
                  </a:lnTo>
                  <a:lnTo>
                    <a:pt x="4859290" y="2874672"/>
                  </a:lnTo>
                  <a:lnTo>
                    <a:pt x="4846895" y="2828108"/>
                  </a:lnTo>
                  <a:lnTo>
                    <a:pt x="4833134" y="2781930"/>
                  </a:lnTo>
                  <a:lnTo>
                    <a:pt x="4818019" y="2736176"/>
                  </a:lnTo>
                  <a:lnTo>
                    <a:pt x="4801563" y="2690887"/>
                  </a:lnTo>
                  <a:lnTo>
                    <a:pt x="4783781" y="2646103"/>
                  </a:lnTo>
                  <a:lnTo>
                    <a:pt x="4764688" y="2601862"/>
                  </a:lnTo>
                  <a:lnTo>
                    <a:pt x="4744300" y="2558202"/>
                  </a:lnTo>
                  <a:lnTo>
                    <a:pt x="4722635" y="2515161"/>
                  </a:lnTo>
                  <a:lnTo>
                    <a:pt x="4699712" y="2472777"/>
                  </a:lnTo>
                  <a:lnTo>
                    <a:pt x="4675551" y="2431087"/>
                  </a:lnTo>
                  <a:lnTo>
                    <a:pt x="4650173" y="2390126"/>
                  </a:lnTo>
                  <a:lnTo>
                    <a:pt x="4623599" y="2349930"/>
                  </a:lnTo>
                  <a:lnTo>
                    <a:pt x="4595854" y="2310534"/>
                  </a:lnTo>
                  <a:lnTo>
                    <a:pt x="4566960" y="2271973"/>
                  </a:lnTo>
                  <a:lnTo>
                    <a:pt x="4536943" y="2234279"/>
                  </a:lnTo>
                  <a:lnTo>
                    <a:pt x="4505829" y="2197485"/>
                  </a:lnTo>
                  <a:lnTo>
                    <a:pt x="4473645" y="2161624"/>
                  </a:lnTo>
                  <a:lnTo>
                    <a:pt x="4440420" y="2126725"/>
                  </a:lnTo>
                  <a:lnTo>
                    <a:pt x="4406180" y="2092821"/>
                  </a:lnTo>
                  <a:lnTo>
                    <a:pt x="4370958" y="2059939"/>
                  </a:lnTo>
                  <a:lnTo>
                    <a:pt x="4334782" y="2028109"/>
                  </a:lnTo>
                  <a:lnTo>
                    <a:pt x="4297684" y="1997357"/>
                  </a:lnTo>
                  <a:lnTo>
                    <a:pt x="4259697" y="1967712"/>
                  </a:lnTo>
                  <a:lnTo>
                    <a:pt x="4220854" y="1939198"/>
                  </a:lnTo>
                  <a:lnTo>
                    <a:pt x="4181187" y="1911841"/>
                  </a:lnTo>
                  <a:lnTo>
                    <a:pt x="4140733" y="1885663"/>
                  </a:lnTo>
                  <a:lnTo>
                    <a:pt x="4099525" y="1860688"/>
                  </a:lnTo>
                  <a:lnTo>
                    <a:pt x="4057599" y="1836938"/>
                  </a:lnTo>
                  <a:lnTo>
                    <a:pt x="4014992" y="1814432"/>
                  </a:lnTo>
                  <a:lnTo>
                    <a:pt x="3971741" y="1793191"/>
                  </a:lnTo>
                  <a:lnTo>
                    <a:pt x="3927883" y="1773233"/>
                  </a:lnTo>
                  <a:lnTo>
                    <a:pt x="3883456" y="1754574"/>
                  </a:lnTo>
                  <a:lnTo>
                    <a:pt x="3838499" y="1737233"/>
                  </a:lnTo>
                  <a:lnTo>
                    <a:pt x="3793052" y="1721222"/>
                  </a:lnTo>
                  <a:lnTo>
                    <a:pt x="3747152" y="1706557"/>
                  </a:lnTo>
                  <a:lnTo>
                    <a:pt x="3700840" y="1693250"/>
                  </a:lnTo>
                  <a:lnTo>
                    <a:pt x="3654156" y="1681313"/>
                  </a:lnTo>
                  <a:lnTo>
                    <a:pt x="3607142" y="1670755"/>
                  </a:lnTo>
                  <a:lnTo>
                    <a:pt x="3559836" y="1661587"/>
                  </a:lnTo>
                  <a:lnTo>
                    <a:pt x="3512282" y="1653815"/>
                  </a:lnTo>
                  <a:lnTo>
                    <a:pt x="3464519" y="1647448"/>
                  </a:lnTo>
                  <a:lnTo>
                    <a:pt x="3416589" y="1642489"/>
                  </a:lnTo>
                  <a:lnTo>
                    <a:pt x="3368534" y="1638945"/>
                  </a:lnTo>
                  <a:lnTo>
                    <a:pt x="3320395" y="1636816"/>
                  </a:lnTo>
                  <a:lnTo>
                    <a:pt x="3272215" y="1636107"/>
                  </a:lnTo>
                  <a:lnTo>
                    <a:pt x="3272215" y="0"/>
                  </a:lnTo>
                  <a:lnTo>
                    <a:pt x="3320406" y="354"/>
                  </a:lnTo>
                  <a:lnTo>
                    <a:pt x="3368576" y="1418"/>
                  </a:lnTo>
                  <a:lnTo>
                    <a:pt x="3416725" y="3192"/>
                  </a:lnTo>
                  <a:lnTo>
                    <a:pt x="3464853" y="5675"/>
                  </a:lnTo>
                  <a:lnTo>
                    <a:pt x="3512939" y="8866"/>
                  </a:lnTo>
                  <a:lnTo>
                    <a:pt x="3560963" y="12764"/>
                  </a:lnTo>
                  <a:lnTo>
                    <a:pt x="3608924" y="17369"/>
                  </a:lnTo>
                  <a:lnTo>
                    <a:pt x="3656822" y="22681"/>
                  </a:lnTo>
                  <a:lnTo>
                    <a:pt x="3704638" y="28698"/>
                  </a:lnTo>
                  <a:lnTo>
                    <a:pt x="3752349" y="35416"/>
                  </a:lnTo>
                  <a:lnTo>
                    <a:pt x="3799955" y="42837"/>
                  </a:lnTo>
                  <a:lnTo>
                    <a:pt x="3847458" y="50959"/>
                  </a:lnTo>
                  <a:lnTo>
                    <a:pt x="3894836" y="59780"/>
                  </a:lnTo>
                  <a:lnTo>
                    <a:pt x="3942069" y="69296"/>
                  </a:lnTo>
                  <a:lnTo>
                    <a:pt x="3989156" y="79506"/>
                  </a:lnTo>
                  <a:lnTo>
                    <a:pt x="4036098" y="90411"/>
                  </a:lnTo>
                  <a:lnTo>
                    <a:pt x="4082875" y="102006"/>
                  </a:lnTo>
                  <a:lnTo>
                    <a:pt x="4129465" y="114286"/>
                  </a:lnTo>
                  <a:lnTo>
                    <a:pt x="4175870" y="127251"/>
                  </a:lnTo>
                  <a:lnTo>
                    <a:pt x="4222089" y="140900"/>
                  </a:lnTo>
                  <a:lnTo>
                    <a:pt x="4268102" y="155229"/>
                  </a:lnTo>
                  <a:lnTo>
                    <a:pt x="4313888" y="170230"/>
                  </a:lnTo>
                  <a:lnTo>
                    <a:pt x="4359449" y="185904"/>
                  </a:lnTo>
                  <a:lnTo>
                    <a:pt x="4404784" y="202251"/>
                  </a:lnTo>
                  <a:lnTo>
                    <a:pt x="4449874" y="219263"/>
                  </a:lnTo>
                  <a:lnTo>
                    <a:pt x="4494698" y="236934"/>
                  </a:lnTo>
                  <a:lnTo>
                    <a:pt x="4539257" y="255263"/>
                  </a:lnTo>
                  <a:lnTo>
                    <a:pt x="4583551" y="274251"/>
                  </a:lnTo>
                  <a:lnTo>
                    <a:pt x="4627561" y="293888"/>
                  </a:lnTo>
                  <a:lnTo>
                    <a:pt x="4671267" y="314167"/>
                  </a:lnTo>
                  <a:lnTo>
                    <a:pt x="4714670" y="335088"/>
                  </a:lnTo>
                  <a:lnTo>
                    <a:pt x="4757769" y="356650"/>
                  </a:lnTo>
                  <a:lnTo>
                    <a:pt x="4800547" y="378844"/>
                  </a:lnTo>
                  <a:lnTo>
                    <a:pt x="4842983" y="401661"/>
                  </a:lnTo>
                  <a:lnTo>
                    <a:pt x="4885079" y="425100"/>
                  </a:lnTo>
                  <a:lnTo>
                    <a:pt x="4926834" y="449162"/>
                  </a:lnTo>
                  <a:lnTo>
                    <a:pt x="4968231" y="473836"/>
                  </a:lnTo>
                  <a:lnTo>
                    <a:pt x="5009251" y="499112"/>
                  </a:lnTo>
                  <a:lnTo>
                    <a:pt x="5049894" y="524989"/>
                  </a:lnTo>
                  <a:lnTo>
                    <a:pt x="5090160" y="551468"/>
                  </a:lnTo>
                  <a:lnTo>
                    <a:pt x="5130032" y="578536"/>
                  </a:lnTo>
                  <a:lnTo>
                    <a:pt x="5169493" y="606183"/>
                  </a:lnTo>
                  <a:lnTo>
                    <a:pt x="5208542" y="634407"/>
                  </a:lnTo>
                  <a:lnTo>
                    <a:pt x="5247179" y="663211"/>
                  </a:lnTo>
                  <a:lnTo>
                    <a:pt x="5285389" y="692579"/>
                  </a:lnTo>
                  <a:lnTo>
                    <a:pt x="5323153" y="722501"/>
                  </a:lnTo>
                  <a:lnTo>
                    <a:pt x="5360473" y="752976"/>
                  </a:lnTo>
                  <a:lnTo>
                    <a:pt x="5397348" y="784003"/>
                  </a:lnTo>
                  <a:lnTo>
                    <a:pt x="5433762" y="815571"/>
                  </a:lnTo>
                  <a:lnTo>
                    <a:pt x="5469700" y="847664"/>
                  </a:lnTo>
                  <a:lnTo>
                    <a:pt x="5505161" y="880283"/>
                  </a:lnTo>
                  <a:lnTo>
                    <a:pt x="5540146" y="913427"/>
                  </a:lnTo>
                  <a:lnTo>
                    <a:pt x="5574638" y="947083"/>
                  </a:lnTo>
                  <a:lnTo>
                    <a:pt x="5608624" y="981236"/>
                  </a:lnTo>
                  <a:lnTo>
                    <a:pt x="5642103" y="1015886"/>
                  </a:lnTo>
                  <a:lnTo>
                    <a:pt x="5675076" y="1051033"/>
                  </a:lnTo>
                  <a:lnTo>
                    <a:pt x="5707527" y="1086661"/>
                  </a:lnTo>
                  <a:lnTo>
                    <a:pt x="5739444" y="1122756"/>
                  </a:lnTo>
                  <a:lnTo>
                    <a:pt x="5770825" y="1159317"/>
                  </a:lnTo>
                  <a:lnTo>
                    <a:pt x="5801671" y="1196344"/>
                  </a:lnTo>
                  <a:lnTo>
                    <a:pt x="5831969" y="1233821"/>
                  </a:lnTo>
                  <a:lnTo>
                    <a:pt x="5861705" y="1271732"/>
                  </a:lnTo>
                  <a:lnTo>
                    <a:pt x="5890879" y="1310077"/>
                  </a:lnTo>
                  <a:lnTo>
                    <a:pt x="5919492" y="1348855"/>
                  </a:lnTo>
                  <a:lnTo>
                    <a:pt x="5947531" y="1388051"/>
                  </a:lnTo>
                  <a:lnTo>
                    <a:pt x="5974984" y="1427647"/>
                  </a:lnTo>
                  <a:lnTo>
                    <a:pt x="6001850" y="1467643"/>
                  </a:lnTo>
                  <a:lnTo>
                    <a:pt x="6028130" y="1508039"/>
                  </a:lnTo>
                  <a:lnTo>
                    <a:pt x="6053813" y="1548817"/>
                  </a:lnTo>
                  <a:lnTo>
                    <a:pt x="6078887" y="1589960"/>
                  </a:lnTo>
                  <a:lnTo>
                    <a:pt x="6103352" y="1631469"/>
                  </a:lnTo>
                  <a:lnTo>
                    <a:pt x="6127209" y="1673342"/>
                  </a:lnTo>
                  <a:lnTo>
                    <a:pt x="6150446" y="1715561"/>
                  </a:lnTo>
                  <a:lnTo>
                    <a:pt x="6173055" y="1758109"/>
                  </a:lnTo>
                  <a:lnTo>
                    <a:pt x="6195034" y="1800986"/>
                  </a:lnTo>
                  <a:lnTo>
                    <a:pt x="6216384" y="1844190"/>
                  </a:lnTo>
                  <a:lnTo>
                    <a:pt x="6237096" y="1887705"/>
                  </a:lnTo>
                  <a:lnTo>
                    <a:pt x="6257160" y="1931510"/>
                  </a:lnTo>
                  <a:lnTo>
                    <a:pt x="6276577" y="1975606"/>
                  </a:lnTo>
                  <a:lnTo>
                    <a:pt x="6295346" y="2019993"/>
                  </a:lnTo>
                  <a:lnTo>
                    <a:pt x="6313461" y="2064651"/>
                  </a:lnTo>
                  <a:lnTo>
                    <a:pt x="6330911" y="2109561"/>
                  </a:lnTo>
                  <a:lnTo>
                    <a:pt x="6347699" y="2154724"/>
                  </a:lnTo>
                  <a:lnTo>
                    <a:pt x="6363823" y="2200139"/>
                  </a:lnTo>
                  <a:lnTo>
                    <a:pt x="6379276" y="2245786"/>
                  </a:lnTo>
                  <a:lnTo>
                    <a:pt x="6394053" y="2291646"/>
                  </a:lnTo>
                  <a:lnTo>
                    <a:pt x="6408152" y="2337718"/>
                  </a:lnTo>
                  <a:lnTo>
                    <a:pt x="6421575" y="2384004"/>
                  </a:lnTo>
                  <a:lnTo>
                    <a:pt x="6434314" y="2430482"/>
                  </a:lnTo>
                  <a:lnTo>
                    <a:pt x="6446366" y="2477132"/>
                  </a:lnTo>
                  <a:lnTo>
                    <a:pt x="6457728" y="2523954"/>
                  </a:lnTo>
                  <a:lnTo>
                    <a:pt x="6468402" y="2570950"/>
                  </a:lnTo>
                  <a:lnTo>
                    <a:pt x="6478384" y="2618097"/>
                  </a:lnTo>
                  <a:lnTo>
                    <a:pt x="6487668" y="2665376"/>
                  </a:lnTo>
                  <a:lnTo>
                    <a:pt x="6496254" y="2712786"/>
                  </a:lnTo>
                  <a:lnTo>
                    <a:pt x="6504143" y="2760328"/>
                  </a:lnTo>
                  <a:lnTo>
                    <a:pt x="6511331" y="2807981"/>
                  </a:lnTo>
                  <a:lnTo>
                    <a:pt x="6517816" y="2855724"/>
                  </a:lnTo>
                  <a:lnTo>
                    <a:pt x="6523596" y="2903558"/>
                  </a:lnTo>
                  <a:lnTo>
                    <a:pt x="6528673" y="2951482"/>
                  </a:lnTo>
                  <a:lnTo>
                    <a:pt x="6533043" y="2999476"/>
                  </a:lnTo>
                  <a:lnTo>
                    <a:pt x="6536706" y="3047518"/>
                  </a:lnTo>
                  <a:lnTo>
                    <a:pt x="6539660" y="3095609"/>
                  </a:lnTo>
                  <a:lnTo>
                    <a:pt x="6541907" y="3143749"/>
                  </a:lnTo>
                  <a:lnTo>
                    <a:pt x="6543444" y="3191916"/>
                  </a:lnTo>
                  <a:lnTo>
                    <a:pt x="6544272" y="3240091"/>
                  </a:lnTo>
                  <a:lnTo>
                    <a:pt x="6544390" y="3288272"/>
                  </a:lnTo>
                  <a:lnTo>
                    <a:pt x="6543799" y="3336461"/>
                  </a:lnTo>
                  <a:lnTo>
                    <a:pt x="6542498" y="3384636"/>
                  </a:lnTo>
                  <a:lnTo>
                    <a:pt x="6540488" y="3432775"/>
                  </a:lnTo>
                  <a:lnTo>
                    <a:pt x="6537769" y="3480880"/>
                  </a:lnTo>
                  <a:lnTo>
                    <a:pt x="6534342" y="3528950"/>
                  </a:lnTo>
                  <a:lnTo>
                    <a:pt x="6530207" y="3576965"/>
                  </a:lnTo>
                  <a:lnTo>
                    <a:pt x="6525367" y="3624903"/>
                  </a:lnTo>
                  <a:lnTo>
                    <a:pt x="6519821" y="3672764"/>
                  </a:lnTo>
                  <a:lnTo>
                    <a:pt x="6513570" y="3720549"/>
                  </a:lnTo>
                  <a:lnTo>
                    <a:pt x="6506616" y="3768237"/>
                  </a:lnTo>
                  <a:lnTo>
                    <a:pt x="6498962" y="3815807"/>
                  </a:lnTo>
                  <a:lnTo>
                    <a:pt x="6490608" y="3863259"/>
                  </a:lnTo>
                  <a:lnTo>
                    <a:pt x="6481555" y="3910593"/>
                  </a:lnTo>
                  <a:lnTo>
                    <a:pt x="6471805" y="3957788"/>
                  </a:lnTo>
                  <a:lnTo>
                    <a:pt x="6461364" y="4004825"/>
                  </a:lnTo>
                  <a:lnTo>
                    <a:pt x="6450231" y="4051703"/>
                  </a:lnTo>
                  <a:lnTo>
                    <a:pt x="6438407" y="4098422"/>
                  </a:lnTo>
                  <a:lnTo>
                    <a:pt x="6425895" y="4144962"/>
                  </a:lnTo>
                  <a:lnTo>
                    <a:pt x="6412703" y="4191302"/>
                  </a:lnTo>
                  <a:lnTo>
                    <a:pt x="6398830" y="4237444"/>
                  </a:lnTo>
                  <a:lnTo>
                    <a:pt x="6384276" y="4283385"/>
                  </a:lnTo>
                  <a:lnTo>
                    <a:pt x="6369047" y="4329108"/>
                  </a:lnTo>
                  <a:lnTo>
                    <a:pt x="6353149" y="4374592"/>
                  </a:lnTo>
                  <a:lnTo>
                    <a:pt x="6336584" y="4419836"/>
                  </a:lnTo>
                  <a:lnTo>
                    <a:pt x="6319350" y="4464841"/>
                  </a:lnTo>
                  <a:lnTo>
                    <a:pt x="6301455" y="4509588"/>
                  </a:lnTo>
                  <a:lnTo>
                    <a:pt x="6282908" y="4554057"/>
                  </a:lnTo>
                  <a:lnTo>
                    <a:pt x="6263707" y="4598247"/>
                  </a:lnTo>
                  <a:lnTo>
                    <a:pt x="6243854" y="4642160"/>
                  </a:lnTo>
                  <a:lnTo>
                    <a:pt x="6223356" y="4685775"/>
                  </a:lnTo>
                  <a:lnTo>
                    <a:pt x="6202223" y="4729075"/>
                  </a:lnTo>
                  <a:lnTo>
                    <a:pt x="6180454" y="4772059"/>
                  </a:lnTo>
                  <a:lnTo>
                    <a:pt x="6158050" y="4814727"/>
                  </a:lnTo>
                  <a:lnTo>
                    <a:pt x="6135020" y="4857060"/>
                  </a:lnTo>
                  <a:lnTo>
                    <a:pt x="6111375" y="4899040"/>
                  </a:lnTo>
                  <a:lnTo>
                    <a:pt x="6087113" y="4940668"/>
                  </a:lnTo>
                  <a:lnTo>
                    <a:pt x="6062236" y="4981943"/>
                  </a:lnTo>
                  <a:lnTo>
                    <a:pt x="6036754" y="5022847"/>
                  </a:lnTo>
                  <a:lnTo>
                    <a:pt x="6010678" y="5063362"/>
                  </a:lnTo>
                  <a:lnTo>
                    <a:pt x="5984008" y="5103490"/>
                  </a:lnTo>
                  <a:lnTo>
                    <a:pt x="5956744" y="5143228"/>
                  </a:lnTo>
                  <a:lnTo>
                    <a:pt x="5928898" y="5182561"/>
                  </a:lnTo>
                  <a:lnTo>
                    <a:pt x="5900482" y="5221471"/>
                  </a:lnTo>
                  <a:lnTo>
                    <a:pt x="5871496" y="5259959"/>
                  </a:lnTo>
                  <a:lnTo>
                    <a:pt x="5841940" y="5298023"/>
                  </a:lnTo>
                  <a:lnTo>
                    <a:pt x="5811826" y="5335649"/>
                  </a:lnTo>
                  <a:lnTo>
                    <a:pt x="5781169" y="5372819"/>
                  </a:lnTo>
                  <a:lnTo>
                    <a:pt x="5749967" y="5409533"/>
                  </a:lnTo>
                  <a:lnTo>
                    <a:pt x="5718222" y="5445792"/>
                  </a:lnTo>
                  <a:lnTo>
                    <a:pt x="5685946" y="5481579"/>
                  </a:lnTo>
                  <a:lnTo>
                    <a:pt x="5653153" y="5516880"/>
                  </a:lnTo>
                  <a:lnTo>
                    <a:pt x="5619844" y="5551693"/>
                  </a:lnTo>
                  <a:lnTo>
                    <a:pt x="5586019" y="5586020"/>
                  </a:lnTo>
                  <a:lnTo>
                    <a:pt x="5551692" y="5619846"/>
                  </a:lnTo>
                  <a:lnTo>
                    <a:pt x="5516878" y="5653155"/>
                  </a:lnTo>
                  <a:lnTo>
                    <a:pt x="5481578" y="5685947"/>
                  </a:lnTo>
                  <a:lnTo>
                    <a:pt x="5445790" y="5718223"/>
                  </a:lnTo>
                  <a:lnTo>
                    <a:pt x="5409532" y="5749969"/>
                  </a:lnTo>
                  <a:lnTo>
                    <a:pt x="5372818" y="5781170"/>
                  </a:lnTo>
                  <a:lnTo>
                    <a:pt x="5335648" y="5811828"/>
                  </a:lnTo>
                  <a:lnTo>
                    <a:pt x="5298022" y="5841941"/>
                  </a:lnTo>
                  <a:lnTo>
                    <a:pt x="5259957" y="5871497"/>
                  </a:lnTo>
                  <a:lnTo>
                    <a:pt x="5221470" y="5900483"/>
                  </a:lnTo>
                  <a:lnTo>
                    <a:pt x="5182560" y="5928899"/>
                  </a:lnTo>
                  <a:lnTo>
                    <a:pt x="5143227" y="5956745"/>
                  </a:lnTo>
                  <a:lnTo>
                    <a:pt x="5103488" y="5984009"/>
                  </a:lnTo>
                  <a:lnTo>
                    <a:pt x="5063361" y="6010679"/>
                  </a:lnTo>
                  <a:lnTo>
                    <a:pt x="5022845" y="6036755"/>
                  </a:lnTo>
                  <a:lnTo>
                    <a:pt x="4981941" y="6062237"/>
                  </a:lnTo>
                  <a:lnTo>
                    <a:pt x="4940666" y="6087114"/>
                  </a:lnTo>
                  <a:lnTo>
                    <a:pt x="4899039" y="6111375"/>
                  </a:lnTo>
                  <a:lnTo>
                    <a:pt x="4857058" y="6135021"/>
                  </a:lnTo>
                  <a:lnTo>
                    <a:pt x="4814725" y="6158051"/>
                  </a:lnTo>
                  <a:lnTo>
                    <a:pt x="4772057" y="6180455"/>
                  </a:lnTo>
                  <a:lnTo>
                    <a:pt x="4729073" y="6202224"/>
                  </a:lnTo>
                  <a:lnTo>
                    <a:pt x="4685774" y="6223357"/>
                  </a:lnTo>
                  <a:lnTo>
                    <a:pt x="4642158" y="6243854"/>
                  </a:lnTo>
                  <a:lnTo>
                    <a:pt x="4598245" y="6263708"/>
                  </a:lnTo>
                  <a:lnTo>
                    <a:pt x="4554055" y="6282908"/>
                  </a:lnTo>
                  <a:lnTo>
                    <a:pt x="4509586" y="6301456"/>
                  </a:lnTo>
                  <a:lnTo>
                    <a:pt x="4464839" y="6319350"/>
                  </a:lnTo>
                  <a:lnTo>
                    <a:pt x="4419834" y="6336584"/>
                  </a:lnTo>
                  <a:lnTo>
                    <a:pt x="4374589" y="6353150"/>
                  </a:lnTo>
                  <a:lnTo>
                    <a:pt x="4329106" y="6369047"/>
                  </a:lnTo>
                  <a:lnTo>
                    <a:pt x="4283383" y="6384276"/>
                  </a:lnTo>
                  <a:lnTo>
                    <a:pt x="4237441" y="6398831"/>
                  </a:lnTo>
                  <a:lnTo>
                    <a:pt x="4191300" y="6412704"/>
                  </a:lnTo>
                  <a:lnTo>
                    <a:pt x="4144960" y="6425896"/>
                  </a:lnTo>
                  <a:lnTo>
                    <a:pt x="4098420" y="6438407"/>
                  </a:lnTo>
                  <a:lnTo>
                    <a:pt x="4051701" y="6450232"/>
                  </a:lnTo>
                  <a:lnTo>
                    <a:pt x="4004823" y="6461364"/>
                  </a:lnTo>
                  <a:lnTo>
                    <a:pt x="3957786" y="6471805"/>
                  </a:lnTo>
                  <a:lnTo>
                    <a:pt x="3910591" y="6481555"/>
                  </a:lnTo>
                  <a:lnTo>
                    <a:pt x="3863257" y="6490608"/>
                  </a:lnTo>
                  <a:lnTo>
                    <a:pt x="3815805" y="6498962"/>
                  </a:lnTo>
                  <a:lnTo>
                    <a:pt x="3768235" y="6506616"/>
                  </a:lnTo>
                  <a:lnTo>
                    <a:pt x="3720547" y="6513570"/>
                  </a:lnTo>
                  <a:lnTo>
                    <a:pt x="3672762" y="6519822"/>
                  </a:lnTo>
                  <a:lnTo>
                    <a:pt x="3624901" y="6525367"/>
                  </a:lnTo>
                  <a:lnTo>
                    <a:pt x="3576963" y="6530207"/>
                  </a:lnTo>
                  <a:lnTo>
                    <a:pt x="3528948" y="6534342"/>
                  </a:lnTo>
                  <a:lnTo>
                    <a:pt x="3480878" y="6537769"/>
                  </a:lnTo>
                  <a:lnTo>
                    <a:pt x="3432773" y="6540488"/>
                  </a:lnTo>
                  <a:lnTo>
                    <a:pt x="3384633" y="6542498"/>
                  </a:lnTo>
                  <a:lnTo>
                    <a:pt x="3336459" y="6543799"/>
                  </a:lnTo>
                  <a:lnTo>
                    <a:pt x="3288270" y="6544390"/>
                  </a:lnTo>
                  <a:close/>
                </a:path>
              </a:pathLst>
            </a:custGeom>
            <a:solidFill>
              <a:srgbClr val="2553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48303" y="1474116"/>
              <a:ext cx="1923414" cy="1948814"/>
            </a:xfrm>
            <a:custGeom>
              <a:avLst/>
              <a:gdLst/>
              <a:ahLst/>
              <a:cxnLst/>
              <a:rect l="l" t="t" r="r" b="b"/>
              <a:pathLst>
                <a:path w="1923415" h="1948814">
                  <a:moveTo>
                    <a:pt x="961679" y="1948576"/>
                  </a:moveTo>
                  <a:lnTo>
                    <a:pt x="0" y="624937"/>
                  </a:lnTo>
                  <a:lnTo>
                    <a:pt x="41822" y="595050"/>
                  </a:lnTo>
                  <a:lnTo>
                    <a:pt x="84093" y="565834"/>
                  </a:lnTo>
                  <a:lnTo>
                    <a:pt x="126812" y="537289"/>
                  </a:lnTo>
                  <a:lnTo>
                    <a:pt x="169980" y="509416"/>
                  </a:lnTo>
                  <a:lnTo>
                    <a:pt x="213597" y="482214"/>
                  </a:lnTo>
                  <a:lnTo>
                    <a:pt x="257635" y="455700"/>
                  </a:lnTo>
                  <a:lnTo>
                    <a:pt x="302067" y="429890"/>
                  </a:lnTo>
                  <a:lnTo>
                    <a:pt x="346894" y="404785"/>
                  </a:lnTo>
                  <a:lnTo>
                    <a:pt x="392116" y="380384"/>
                  </a:lnTo>
                  <a:lnTo>
                    <a:pt x="437732" y="356687"/>
                  </a:lnTo>
                  <a:lnTo>
                    <a:pt x="483714" y="333709"/>
                  </a:lnTo>
                  <a:lnTo>
                    <a:pt x="530034" y="311464"/>
                  </a:lnTo>
                  <a:lnTo>
                    <a:pt x="576693" y="289953"/>
                  </a:lnTo>
                  <a:lnTo>
                    <a:pt x="623689" y="269174"/>
                  </a:lnTo>
                  <a:lnTo>
                    <a:pt x="671023" y="249129"/>
                  </a:lnTo>
                  <a:lnTo>
                    <a:pt x="718667" y="229829"/>
                  </a:lnTo>
                  <a:lnTo>
                    <a:pt x="766589" y="211287"/>
                  </a:lnTo>
                  <a:lnTo>
                    <a:pt x="814791" y="193502"/>
                  </a:lnTo>
                  <a:lnTo>
                    <a:pt x="863273" y="176474"/>
                  </a:lnTo>
                  <a:lnTo>
                    <a:pt x="912034" y="160204"/>
                  </a:lnTo>
                  <a:lnTo>
                    <a:pt x="961044" y="144701"/>
                  </a:lnTo>
                  <a:lnTo>
                    <a:pt x="1010273" y="129975"/>
                  </a:lnTo>
                  <a:lnTo>
                    <a:pt x="1059722" y="116026"/>
                  </a:lnTo>
                  <a:lnTo>
                    <a:pt x="1109390" y="102854"/>
                  </a:lnTo>
                  <a:lnTo>
                    <a:pt x="1159277" y="90459"/>
                  </a:lnTo>
                  <a:lnTo>
                    <a:pt x="1209352" y="78848"/>
                  </a:lnTo>
                  <a:lnTo>
                    <a:pt x="1259585" y="68029"/>
                  </a:lnTo>
                  <a:lnTo>
                    <a:pt x="1309976" y="58003"/>
                  </a:lnTo>
                  <a:lnTo>
                    <a:pt x="1360524" y="48768"/>
                  </a:lnTo>
                  <a:lnTo>
                    <a:pt x="1411230" y="40324"/>
                  </a:lnTo>
                  <a:lnTo>
                    <a:pt x="1462062" y="32678"/>
                  </a:lnTo>
                  <a:lnTo>
                    <a:pt x="1512988" y="25833"/>
                  </a:lnTo>
                  <a:lnTo>
                    <a:pt x="1564010" y="19790"/>
                  </a:lnTo>
                  <a:lnTo>
                    <a:pt x="1615127" y="14549"/>
                  </a:lnTo>
                  <a:lnTo>
                    <a:pt x="1666339" y="10109"/>
                  </a:lnTo>
                  <a:lnTo>
                    <a:pt x="1717614" y="6474"/>
                  </a:lnTo>
                  <a:lnTo>
                    <a:pt x="1768921" y="3645"/>
                  </a:lnTo>
                  <a:lnTo>
                    <a:pt x="1820259" y="1623"/>
                  </a:lnTo>
                  <a:lnTo>
                    <a:pt x="1871630" y="408"/>
                  </a:lnTo>
                  <a:lnTo>
                    <a:pt x="1923032" y="0"/>
                  </a:lnTo>
                  <a:lnTo>
                    <a:pt x="1923196" y="1636107"/>
                  </a:lnTo>
                  <a:lnTo>
                    <a:pt x="1871762" y="1636918"/>
                  </a:lnTo>
                  <a:lnTo>
                    <a:pt x="1820454" y="1639339"/>
                  </a:lnTo>
                  <a:lnTo>
                    <a:pt x="1769274" y="1643372"/>
                  </a:lnTo>
                  <a:lnTo>
                    <a:pt x="1718221" y="1649015"/>
                  </a:lnTo>
                  <a:lnTo>
                    <a:pt x="1667294" y="1656269"/>
                  </a:lnTo>
                  <a:lnTo>
                    <a:pt x="1616620" y="1665115"/>
                  </a:lnTo>
                  <a:lnTo>
                    <a:pt x="1566323" y="1675532"/>
                  </a:lnTo>
                  <a:lnTo>
                    <a:pt x="1516404" y="1687520"/>
                  </a:lnTo>
                  <a:lnTo>
                    <a:pt x="1466861" y="1701079"/>
                  </a:lnTo>
                  <a:lnTo>
                    <a:pt x="1417696" y="1716209"/>
                  </a:lnTo>
                  <a:lnTo>
                    <a:pt x="1369029" y="1732872"/>
                  </a:lnTo>
                  <a:lnTo>
                    <a:pt x="1320981" y="1751027"/>
                  </a:lnTo>
                  <a:lnTo>
                    <a:pt x="1273551" y="1770675"/>
                  </a:lnTo>
                  <a:lnTo>
                    <a:pt x="1226739" y="1791817"/>
                  </a:lnTo>
                  <a:lnTo>
                    <a:pt x="1180546" y="1814451"/>
                  </a:lnTo>
                  <a:lnTo>
                    <a:pt x="1135084" y="1838520"/>
                  </a:lnTo>
                  <a:lnTo>
                    <a:pt x="1090466" y="1863967"/>
                  </a:lnTo>
                  <a:lnTo>
                    <a:pt x="1046693" y="1890792"/>
                  </a:lnTo>
                  <a:lnTo>
                    <a:pt x="1003764" y="1918995"/>
                  </a:lnTo>
                  <a:lnTo>
                    <a:pt x="961679" y="1948576"/>
                  </a:lnTo>
                  <a:close/>
                </a:path>
              </a:pathLst>
            </a:custGeom>
            <a:solidFill>
              <a:srgbClr val="FF4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84353" y="8067957"/>
            <a:ext cx="2569210" cy="6896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993140" marR="5080" indent="-981075">
              <a:lnSpc>
                <a:spcPct val="102600"/>
              </a:lnSpc>
              <a:spcBef>
                <a:spcPts val="15"/>
              </a:spcBef>
            </a:pPr>
            <a:r>
              <a:rPr sz="2300" spc="-280" dirty="0">
                <a:latin typeface="SimSun-ExtB"/>
                <a:cs typeface="SimSun-ExtB"/>
              </a:rPr>
              <a:t>✅</a:t>
            </a:r>
            <a:r>
              <a:rPr sz="2300" spc="-455" dirty="0">
                <a:latin typeface="SimSun-ExtB"/>
                <a:cs typeface="SimSun-ExtB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Successful</a:t>
            </a:r>
            <a:r>
              <a:rPr sz="2000" spc="70" dirty="0">
                <a:latin typeface="Lucida Sans Unicode"/>
                <a:cs typeface="Lucida Sans Unicode"/>
              </a:rPr>
              <a:t> </a:t>
            </a:r>
            <a:r>
              <a:rPr sz="2000" spc="45" dirty="0">
                <a:latin typeface="Lucida Sans Unicode"/>
                <a:cs typeface="Lucida Sans Unicode"/>
              </a:rPr>
              <a:t>Solves </a:t>
            </a:r>
            <a:r>
              <a:rPr sz="2000" spc="165" dirty="0">
                <a:latin typeface="Lucida Sans Unicode"/>
                <a:cs typeface="Lucida Sans Unicode"/>
              </a:rPr>
              <a:t>90%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99074" y="737793"/>
            <a:ext cx="1968500" cy="681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7550" marR="5080" indent="-705485">
              <a:lnSpc>
                <a:spcPct val="100000"/>
              </a:lnSpc>
              <a:spcBef>
                <a:spcPts val="90"/>
              </a:spcBef>
            </a:pPr>
            <a:r>
              <a:rPr sz="2300" spc="-280" dirty="0">
                <a:latin typeface="SimSun-ExtB"/>
                <a:cs typeface="SimSun-ExtB"/>
              </a:rPr>
              <a:t>❌</a:t>
            </a:r>
            <a:r>
              <a:rPr sz="2300" spc="-605" dirty="0">
                <a:latin typeface="SimSun-ExtB"/>
                <a:cs typeface="SimSun-ExtB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Failed</a:t>
            </a:r>
            <a:r>
              <a:rPr sz="2000" spc="-85" dirty="0">
                <a:latin typeface="Lucida Sans Unicode"/>
                <a:cs typeface="Lucida Sans Unicode"/>
              </a:rPr>
              <a:t> </a:t>
            </a:r>
            <a:r>
              <a:rPr sz="2000" spc="45" dirty="0">
                <a:latin typeface="Lucida Sans Unicode"/>
                <a:cs typeface="Lucida Sans Unicode"/>
              </a:rPr>
              <a:t>Solves </a:t>
            </a:r>
            <a:r>
              <a:rPr sz="2000" spc="80" dirty="0">
                <a:latin typeface="Lucida Sans Unicode"/>
                <a:cs typeface="Lucida Sans Unicode"/>
              </a:rPr>
              <a:t>10%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3585810"/>
            <a:ext cx="594931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i="0" spc="-330" dirty="0">
                <a:solidFill>
                  <a:srgbClr val="000000"/>
                </a:solidFill>
                <a:latin typeface="Arial Black"/>
                <a:cs typeface="Arial Black"/>
              </a:rPr>
              <a:t>Project</a:t>
            </a:r>
            <a:r>
              <a:rPr sz="5200" b="0" i="0" spc="-509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b="0" i="0" spc="-355" dirty="0">
                <a:solidFill>
                  <a:srgbClr val="000000"/>
                </a:solidFill>
                <a:latin typeface="Arial Black"/>
                <a:cs typeface="Arial Black"/>
              </a:rPr>
              <a:t>Objectives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8700" y="4619026"/>
            <a:ext cx="5923915" cy="130810"/>
          </a:xfrm>
          <a:custGeom>
            <a:avLst/>
            <a:gdLst/>
            <a:ahLst/>
            <a:cxnLst/>
            <a:rect l="l" t="t" r="r" b="b"/>
            <a:pathLst>
              <a:path w="5923915" h="130810">
                <a:moveTo>
                  <a:pt x="5923474" y="130286"/>
                </a:moveTo>
                <a:lnTo>
                  <a:pt x="0" y="130286"/>
                </a:lnTo>
                <a:lnTo>
                  <a:pt x="0" y="0"/>
                </a:lnTo>
                <a:lnTo>
                  <a:pt x="5923474" y="0"/>
                </a:lnTo>
                <a:lnTo>
                  <a:pt x="5923474" y="130286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16446" y="5640259"/>
            <a:ext cx="6403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790" dirty="0">
                <a:latin typeface="Lucida Sans Unicode"/>
                <a:cs typeface="Lucida Sans Unicode"/>
              </a:rPr>
              <a:t>≥</a:t>
            </a:r>
            <a:r>
              <a:rPr sz="3000" spc="-190" dirty="0">
                <a:latin typeface="Lucida Sans Unicode"/>
                <a:cs typeface="Lucida Sans Unicode"/>
              </a:rPr>
              <a:t> </a:t>
            </a:r>
            <a:r>
              <a:rPr sz="3000" spc="235" dirty="0">
                <a:latin typeface="Lucida Sans Unicode"/>
                <a:cs typeface="Lucida Sans Unicode"/>
              </a:rPr>
              <a:t>90%</a:t>
            </a:r>
            <a:r>
              <a:rPr sz="3000" spc="-19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success</a:t>
            </a:r>
            <a:r>
              <a:rPr sz="3000" spc="-18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rate</a:t>
            </a:r>
            <a:r>
              <a:rPr sz="3000" spc="-19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across</a:t>
            </a:r>
            <a:r>
              <a:rPr sz="3000" spc="-190" dirty="0">
                <a:latin typeface="Lucida Sans Unicode"/>
                <a:cs typeface="Lucida Sans Unicode"/>
              </a:rPr>
              <a:t> </a:t>
            </a:r>
            <a:r>
              <a:rPr sz="3000" spc="-50" dirty="0">
                <a:latin typeface="Lucida Sans Unicode"/>
                <a:cs typeface="Lucida Sans Unicode"/>
              </a:rPr>
              <a:t>20</a:t>
            </a:r>
            <a:r>
              <a:rPr sz="3000" spc="-185" dirty="0">
                <a:latin typeface="Lucida Sans Unicode"/>
                <a:cs typeface="Lucida Sans Unicode"/>
              </a:rPr>
              <a:t> </a:t>
            </a:r>
            <a:r>
              <a:rPr sz="3000" spc="-10" dirty="0">
                <a:latin typeface="Lucida Sans Unicode"/>
                <a:cs typeface="Lucida Sans Unicode"/>
              </a:rPr>
              <a:t>trials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3317" y="0"/>
            <a:ext cx="8801100" cy="102852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3035035"/>
            <a:ext cx="6081395" cy="835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300" spc="-335" dirty="0">
                <a:latin typeface="Arial Black"/>
                <a:cs typeface="Arial Black"/>
              </a:rPr>
              <a:t>Project</a:t>
            </a:r>
            <a:r>
              <a:rPr sz="5300" spc="-490" dirty="0">
                <a:latin typeface="Arial Black"/>
                <a:cs typeface="Arial Black"/>
              </a:rPr>
              <a:t> </a:t>
            </a:r>
            <a:r>
              <a:rPr sz="5300" spc="-355" dirty="0">
                <a:latin typeface="Arial Black"/>
                <a:cs typeface="Arial Black"/>
              </a:rPr>
              <a:t>Objectives</a:t>
            </a:r>
            <a:endParaRPr sz="53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700" y="4091025"/>
            <a:ext cx="6055995" cy="133350"/>
          </a:xfrm>
          <a:custGeom>
            <a:avLst/>
            <a:gdLst/>
            <a:ahLst/>
            <a:cxnLst/>
            <a:rect l="l" t="t" r="r" b="b"/>
            <a:pathLst>
              <a:path w="6055995" h="133350">
                <a:moveTo>
                  <a:pt x="6055667" y="133194"/>
                </a:moveTo>
                <a:lnTo>
                  <a:pt x="0" y="133194"/>
                </a:lnTo>
                <a:lnTo>
                  <a:pt x="0" y="0"/>
                </a:lnTo>
                <a:lnTo>
                  <a:pt x="6055667" y="0"/>
                </a:lnTo>
                <a:lnTo>
                  <a:pt x="6055667" y="133194"/>
                </a:lnTo>
                <a:close/>
              </a:path>
            </a:pathLst>
          </a:custGeom>
          <a:solidFill>
            <a:srgbClr val="2553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06693" y="5135645"/>
            <a:ext cx="5965825" cy="493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dirty="0">
                <a:latin typeface="Lucida Sans Unicode"/>
                <a:cs typeface="Lucida Sans Unicode"/>
              </a:rPr>
              <a:t>Color</a:t>
            </a:r>
            <a:r>
              <a:rPr sz="3050" spc="-100" dirty="0">
                <a:latin typeface="Lucida Sans Unicode"/>
                <a:cs typeface="Lucida Sans Unicode"/>
              </a:rPr>
              <a:t> </a:t>
            </a:r>
            <a:r>
              <a:rPr sz="3050" dirty="0">
                <a:latin typeface="Lucida Sans Unicode"/>
                <a:cs typeface="Lucida Sans Unicode"/>
              </a:rPr>
              <a:t>detection</a:t>
            </a:r>
            <a:r>
              <a:rPr sz="3050" spc="-95" dirty="0">
                <a:latin typeface="Lucida Sans Unicode"/>
                <a:cs typeface="Lucida Sans Unicode"/>
              </a:rPr>
              <a:t> </a:t>
            </a:r>
            <a:r>
              <a:rPr sz="3050" spc="60" dirty="0">
                <a:latin typeface="Lucida Sans Unicode"/>
                <a:cs typeface="Lucida Sans Unicode"/>
              </a:rPr>
              <a:t>accuracy</a:t>
            </a:r>
            <a:r>
              <a:rPr sz="3050" spc="-95" dirty="0">
                <a:latin typeface="Lucida Sans Unicode"/>
                <a:cs typeface="Lucida Sans Unicode"/>
              </a:rPr>
              <a:t> </a:t>
            </a:r>
            <a:r>
              <a:rPr sz="3050" spc="-780" dirty="0">
                <a:latin typeface="Lucida Sans Unicode"/>
                <a:cs typeface="Lucida Sans Unicode"/>
              </a:rPr>
              <a:t>≥</a:t>
            </a:r>
            <a:r>
              <a:rPr sz="3050" spc="-95" dirty="0">
                <a:latin typeface="Lucida Sans Unicode"/>
                <a:cs typeface="Lucida Sans Unicode"/>
              </a:rPr>
              <a:t> </a:t>
            </a:r>
            <a:r>
              <a:rPr sz="3050" spc="110" dirty="0">
                <a:latin typeface="Lucida Sans Unicode"/>
                <a:cs typeface="Lucida Sans Unicode"/>
              </a:rPr>
              <a:t>95%</a:t>
            </a:r>
            <a:endParaRPr sz="3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2142" y="3049391"/>
            <a:ext cx="6154618" cy="314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4500" b="0" i="0" spc="35" dirty="0">
                <a:solidFill>
                  <a:srgbClr val="041C40"/>
                </a:solidFill>
                <a:latin typeface="Verdana"/>
                <a:cs typeface="Verdana"/>
              </a:rPr>
              <a:t>Hardware </a:t>
            </a:r>
            <a:r>
              <a:rPr sz="4500" b="0" i="0" spc="70" dirty="0">
                <a:solidFill>
                  <a:srgbClr val="041C40"/>
                </a:solidFill>
                <a:latin typeface="Verdana"/>
                <a:cs typeface="Verdana"/>
              </a:rPr>
              <a:t>Design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673" y="4665408"/>
            <a:ext cx="7021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90" dirty="0">
                <a:solidFill>
                  <a:srgbClr val="041C40"/>
                </a:solidFill>
                <a:latin typeface="Arial Black"/>
                <a:cs typeface="Arial Black"/>
              </a:rPr>
              <a:t>Raspberry</a:t>
            </a:r>
            <a:r>
              <a:rPr sz="2900" spc="-245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180" dirty="0">
                <a:solidFill>
                  <a:srgbClr val="041C40"/>
                </a:solidFill>
                <a:latin typeface="Arial Black"/>
                <a:cs typeface="Arial Black"/>
              </a:rPr>
              <a:t>Pi</a:t>
            </a:r>
            <a:r>
              <a:rPr sz="2900" spc="-245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145" dirty="0">
                <a:solidFill>
                  <a:srgbClr val="041C40"/>
                </a:solidFill>
                <a:latin typeface="Arial Black"/>
                <a:cs typeface="Arial Black"/>
              </a:rPr>
              <a:t>4</a:t>
            </a:r>
            <a:r>
              <a:rPr sz="2900" spc="-245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165" dirty="0">
                <a:solidFill>
                  <a:srgbClr val="041C40"/>
                </a:solidFill>
                <a:latin typeface="Lucida Sans Unicode"/>
                <a:cs typeface="Lucida Sans Unicode"/>
              </a:rPr>
              <a:t>:</a:t>
            </a:r>
            <a:r>
              <a:rPr sz="2900" spc="-17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Central</a:t>
            </a:r>
            <a:r>
              <a:rPr sz="2900" spc="-165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spc="-30" dirty="0">
                <a:solidFill>
                  <a:srgbClr val="041C40"/>
                </a:solidFill>
                <a:latin typeface="Lucida Sans Unicode"/>
                <a:cs typeface="Lucida Sans Unicode"/>
              </a:rPr>
              <a:t>processing</a:t>
            </a:r>
            <a:r>
              <a:rPr sz="2900" spc="-17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spc="-20" dirty="0">
                <a:solidFill>
                  <a:srgbClr val="041C40"/>
                </a:solidFill>
                <a:latin typeface="Lucida Sans Unicode"/>
                <a:cs typeface="Lucida Sans Unicode"/>
              </a:rPr>
              <a:t>unit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1268" y="2743334"/>
            <a:ext cx="5336929" cy="3657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4500" b="0" i="0" spc="35" dirty="0">
                <a:solidFill>
                  <a:srgbClr val="041C40"/>
                </a:solidFill>
                <a:latin typeface="Verdana"/>
                <a:cs typeface="Verdana"/>
              </a:rPr>
              <a:t>Hardware </a:t>
            </a:r>
            <a:r>
              <a:rPr sz="4500" b="0" i="0" spc="70" dirty="0">
                <a:solidFill>
                  <a:srgbClr val="041C40"/>
                </a:solidFill>
                <a:latin typeface="Verdana"/>
                <a:cs typeface="Verdana"/>
              </a:rPr>
              <a:t>Design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2794" y="4665408"/>
            <a:ext cx="547941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80" dirty="0">
                <a:solidFill>
                  <a:srgbClr val="041C40"/>
                </a:solidFill>
                <a:latin typeface="Arial Black"/>
                <a:cs typeface="Arial Black"/>
              </a:rPr>
              <a:t>USB</a:t>
            </a:r>
            <a:r>
              <a:rPr sz="2900" spc="-254" dirty="0">
                <a:solidFill>
                  <a:srgbClr val="041C40"/>
                </a:solidFill>
                <a:latin typeface="Arial Black"/>
                <a:cs typeface="Arial Black"/>
              </a:rPr>
              <a:t> Cameras </a:t>
            </a:r>
            <a:r>
              <a:rPr sz="2900" spc="-165" dirty="0">
                <a:solidFill>
                  <a:srgbClr val="041C40"/>
                </a:solidFill>
                <a:latin typeface="Lucida Sans Unicode"/>
                <a:cs typeface="Lucida Sans Unicode"/>
              </a:rPr>
              <a:t>:</a:t>
            </a:r>
            <a:r>
              <a:rPr sz="2900" spc="-175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Capture</a:t>
            </a:r>
            <a:r>
              <a:rPr sz="2900" spc="-175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041C40"/>
                </a:solidFill>
                <a:latin typeface="Lucida Sans Unicode"/>
                <a:cs typeface="Lucida Sans Unicode"/>
              </a:rPr>
              <a:t>images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3064" y="2007402"/>
            <a:ext cx="6232773" cy="5372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4500" b="0" i="0" spc="35" dirty="0">
                <a:solidFill>
                  <a:srgbClr val="041C40"/>
                </a:solidFill>
                <a:latin typeface="Verdana"/>
                <a:cs typeface="Verdana"/>
              </a:rPr>
              <a:t>Hardware </a:t>
            </a:r>
            <a:r>
              <a:rPr sz="4500" b="0" i="0" spc="70" dirty="0">
                <a:solidFill>
                  <a:srgbClr val="041C40"/>
                </a:solidFill>
                <a:latin typeface="Verdana"/>
                <a:cs typeface="Verdana"/>
              </a:rPr>
              <a:t>Design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673" y="4665408"/>
            <a:ext cx="749998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90" dirty="0">
                <a:solidFill>
                  <a:srgbClr val="041C40"/>
                </a:solidFill>
                <a:latin typeface="Arial Black"/>
                <a:cs typeface="Arial Black"/>
              </a:rPr>
              <a:t>Servo </a:t>
            </a:r>
            <a:r>
              <a:rPr sz="2900" spc="-155" dirty="0">
                <a:solidFill>
                  <a:srgbClr val="041C40"/>
                </a:solidFill>
                <a:latin typeface="Arial Black"/>
                <a:cs typeface="Arial Black"/>
              </a:rPr>
              <a:t>Motors</a:t>
            </a:r>
            <a:r>
              <a:rPr sz="2900" spc="-190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25" dirty="0">
                <a:solidFill>
                  <a:srgbClr val="041C40"/>
                </a:solidFill>
                <a:latin typeface="Lucida Sans Unicode"/>
                <a:cs typeface="Lucida Sans Unicode"/>
              </a:rPr>
              <a:t>:Control</a:t>
            </a:r>
            <a:r>
              <a:rPr sz="2900" spc="-114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cube</a:t>
            </a:r>
            <a:r>
              <a:rPr sz="2900" spc="-11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face</a:t>
            </a:r>
            <a:r>
              <a:rPr sz="2900" spc="-11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041C40"/>
                </a:solidFill>
                <a:latin typeface="Lucida Sans Unicode"/>
                <a:cs typeface="Lucida Sans Unicode"/>
              </a:rPr>
              <a:t>rotations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6266" y="2129890"/>
            <a:ext cx="5246368" cy="5245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4500" b="0" i="0" spc="35" dirty="0">
                <a:solidFill>
                  <a:srgbClr val="041C40"/>
                </a:solidFill>
                <a:latin typeface="Verdana"/>
                <a:cs typeface="Verdana"/>
              </a:rPr>
              <a:t>Hardware </a:t>
            </a:r>
            <a:r>
              <a:rPr sz="4500" b="0" i="0" spc="70" dirty="0">
                <a:solidFill>
                  <a:srgbClr val="041C40"/>
                </a:solidFill>
                <a:latin typeface="Verdana"/>
                <a:cs typeface="Verdana"/>
              </a:rPr>
              <a:t>Design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179" y="4408233"/>
            <a:ext cx="783780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1595" algn="l"/>
              </a:tabLst>
            </a:pPr>
            <a:r>
              <a:rPr sz="2900" spc="-200" dirty="0">
                <a:solidFill>
                  <a:srgbClr val="041C40"/>
                </a:solidFill>
                <a:latin typeface="Arial Black"/>
                <a:cs typeface="Arial Black"/>
              </a:rPr>
              <a:t>Custom</a:t>
            </a:r>
            <a:r>
              <a:rPr sz="2900" spc="-250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295" dirty="0">
                <a:solidFill>
                  <a:srgbClr val="041C40"/>
                </a:solidFill>
                <a:latin typeface="Arial Black"/>
                <a:cs typeface="Arial Black"/>
              </a:rPr>
              <a:t>Base</a:t>
            </a:r>
            <a:r>
              <a:rPr sz="2900" spc="-245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180" dirty="0">
                <a:solidFill>
                  <a:srgbClr val="041C40"/>
                </a:solidFill>
                <a:latin typeface="Arial Black"/>
                <a:cs typeface="Arial Black"/>
              </a:rPr>
              <a:t>and</a:t>
            </a:r>
            <a:r>
              <a:rPr sz="2900" spc="-250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170" dirty="0">
                <a:solidFill>
                  <a:srgbClr val="041C40"/>
                </a:solidFill>
                <a:latin typeface="Arial Black"/>
                <a:cs typeface="Arial Black"/>
              </a:rPr>
              <a:t>Grippers</a:t>
            </a:r>
            <a:r>
              <a:rPr sz="2900" spc="-245" dirty="0">
                <a:solidFill>
                  <a:srgbClr val="041C40"/>
                </a:solidFill>
                <a:latin typeface="Arial Black"/>
                <a:cs typeface="Arial Black"/>
              </a:rPr>
              <a:t> </a:t>
            </a:r>
            <a:r>
              <a:rPr sz="2900" spc="-50" dirty="0">
                <a:solidFill>
                  <a:srgbClr val="041C40"/>
                </a:solidFill>
                <a:latin typeface="Lucida Sans Unicode"/>
                <a:cs typeface="Lucida Sans Unicode"/>
              </a:rPr>
              <a:t>: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	Holds</a:t>
            </a:r>
            <a:r>
              <a:rPr sz="2900" spc="-13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041C40"/>
                </a:solidFill>
                <a:latin typeface="Lucida Sans Unicode"/>
                <a:cs typeface="Lucida Sans Unicode"/>
              </a:rPr>
              <a:t>the</a:t>
            </a:r>
            <a:r>
              <a:rPr sz="2900" spc="-130" dirty="0">
                <a:solidFill>
                  <a:srgbClr val="041C40"/>
                </a:solidFill>
                <a:latin typeface="Lucida Sans Unicode"/>
                <a:cs typeface="Lucida Sans Unicode"/>
              </a:rPr>
              <a:t> </a:t>
            </a:r>
            <a:r>
              <a:rPr sz="2900" spc="-20" dirty="0">
                <a:solidFill>
                  <a:srgbClr val="041C40"/>
                </a:solidFill>
                <a:latin typeface="Lucida Sans Unicode"/>
                <a:cs typeface="Lucida Sans Unicode"/>
              </a:rPr>
              <a:t>cube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793230" cy="10287000"/>
            </a:xfrm>
            <a:custGeom>
              <a:avLst/>
              <a:gdLst/>
              <a:ahLst/>
              <a:cxnLst/>
              <a:rect l="l" t="t" r="r" b="b"/>
              <a:pathLst>
                <a:path w="6793230" h="10287000">
                  <a:moveTo>
                    <a:pt x="6792707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6792707" y="0"/>
                  </a:lnTo>
                  <a:lnTo>
                    <a:pt x="6792707" y="10286999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46817" y="8630504"/>
              <a:ext cx="897255" cy="1656714"/>
            </a:xfrm>
            <a:custGeom>
              <a:avLst/>
              <a:gdLst/>
              <a:ahLst/>
              <a:cxnLst/>
              <a:rect l="l" t="t" r="r" b="b"/>
              <a:pathLst>
                <a:path w="897254" h="1656715">
                  <a:moveTo>
                    <a:pt x="897166" y="1656495"/>
                  </a:moveTo>
                  <a:lnTo>
                    <a:pt x="0" y="1656495"/>
                  </a:lnTo>
                  <a:lnTo>
                    <a:pt x="0" y="448583"/>
                  </a:lnTo>
                  <a:lnTo>
                    <a:pt x="2632" y="399705"/>
                  </a:lnTo>
                  <a:lnTo>
                    <a:pt x="10346" y="352351"/>
                  </a:lnTo>
                  <a:lnTo>
                    <a:pt x="22869" y="306796"/>
                  </a:lnTo>
                  <a:lnTo>
                    <a:pt x="39926" y="263312"/>
                  </a:lnTo>
                  <a:lnTo>
                    <a:pt x="61244" y="222174"/>
                  </a:lnTo>
                  <a:lnTo>
                    <a:pt x="86550" y="183655"/>
                  </a:lnTo>
                  <a:lnTo>
                    <a:pt x="115570" y="148029"/>
                  </a:lnTo>
                  <a:lnTo>
                    <a:pt x="148029" y="115570"/>
                  </a:lnTo>
                  <a:lnTo>
                    <a:pt x="183655" y="86550"/>
                  </a:lnTo>
                  <a:lnTo>
                    <a:pt x="222174" y="61244"/>
                  </a:lnTo>
                  <a:lnTo>
                    <a:pt x="263312" y="39926"/>
                  </a:lnTo>
                  <a:lnTo>
                    <a:pt x="306796" y="22869"/>
                  </a:lnTo>
                  <a:lnTo>
                    <a:pt x="352351" y="10346"/>
                  </a:lnTo>
                  <a:lnTo>
                    <a:pt x="399705" y="2632"/>
                  </a:lnTo>
                  <a:lnTo>
                    <a:pt x="448583" y="0"/>
                  </a:lnTo>
                  <a:lnTo>
                    <a:pt x="497461" y="2632"/>
                  </a:lnTo>
                  <a:lnTo>
                    <a:pt x="544814" y="10346"/>
                  </a:lnTo>
                  <a:lnTo>
                    <a:pt x="590370" y="22869"/>
                  </a:lnTo>
                  <a:lnTo>
                    <a:pt x="633853" y="39926"/>
                  </a:lnTo>
                  <a:lnTo>
                    <a:pt x="674991" y="61244"/>
                  </a:lnTo>
                  <a:lnTo>
                    <a:pt x="713510" y="86550"/>
                  </a:lnTo>
                  <a:lnTo>
                    <a:pt x="749136" y="115570"/>
                  </a:lnTo>
                  <a:lnTo>
                    <a:pt x="781596" y="148029"/>
                  </a:lnTo>
                  <a:lnTo>
                    <a:pt x="810616" y="183655"/>
                  </a:lnTo>
                  <a:lnTo>
                    <a:pt x="835921" y="222174"/>
                  </a:lnTo>
                  <a:lnTo>
                    <a:pt x="857240" y="263312"/>
                  </a:lnTo>
                  <a:lnTo>
                    <a:pt x="874297" y="306796"/>
                  </a:lnTo>
                  <a:lnTo>
                    <a:pt x="886820" y="352351"/>
                  </a:lnTo>
                  <a:lnTo>
                    <a:pt x="894534" y="399705"/>
                  </a:lnTo>
                  <a:lnTo>
                    <a:pt x="897166" y="448583"/>
                  </a:lnTo>
                  <a:lnTo>
                    <a:pt x="897166" y="1656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1537" y="2266823"/>
              <a:ext cx="4766617" cy="64328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09504" y="2224789"/>
              <a:ext cx="4850765" cy="6518909"/>
            </a:xfrm>
            <a:custGeom>
              <a:avLst/>
              <a:gdLst/>
              <a:ahLst/>
              <a:cxnLst/>
              <a:rect l="l" t="t" r="r" b="b"/>
              <a:pathLst>
                <a:path w="4850765" h="6518909">
                  <a:moveTo>
                    <a:pt x="4407199" y="6518580"/>
                  </a:moveTo>
                  <a:lnTo>
                    <a:pt x="449981" y="6518580"/>
                  </a:lnTo>
                  <a:lnTo>
                    <a:pt x="425122" y="6515210"/>
                  </a:lnTo>
                  <a:lnTo>
                    <a:pt x="425296" y="6515210"/>
                  </a:lnTo>
                  <a:lnTo>
                    <a:pt x="380358" y="6504974"/>
                  </a:lnTo>
                  <a:lnTo>
                    <a:pt x="380520" y="6504974"/>
                  </a:lnTo>
                  <a:lnTo>
                    <a:pt x="337813" y="6491181"/>
                  </a:lnTo>
                  <a:lnTo>
                    <a:pt x="296451" y="6473696"/>
                  </a:lnTo>
                  <a:lnTo>
                    <a:pt x="257005" y="6452828"/>
                  </a:lnTo>
                  <a:lnTo>
                    <a:pt x="219660" y="6428762"/>
                  </a:lnTo>
                  <a:lnTo>
                    <a:pt x="184598" y="6401680"/>
                  </a:lnTo>
                  <a:lnTo>
                    <a:pt x="152004" y="6371765"/>
                  </a:lnTo>
                  <a:lnTo>
                    <a:pt x="122061" y="6339202"/>
                  </a:lnTo>
                  <a:lnTo>
                    <a:pt x="94953" y="6304174"/>
                  </a:lnTo>
                  <a:lnTo>
                    <a:pt x="70863" y="6266865"/>
                  </a:lnTo>
                  <a:lnTo>
                    <a:pt x="49976" y="6227457"/>
                  </a:lnTo>
                  <a:lnTo>
                    <a:pt x="32474" y="6186135"/>
                  </a:lnTo>
                  <a:lnTo>
                    <a:pt x="18542" y="6143081"/>
                  </a:lnTo>
                  <a:lnTo>
                    <a:pt x="8363" y="6098480"/>
                  </a:lnTo>
                  <a:lnTo>
                    <a:pt x="2121" y="6052515"/>
                  </a:lnTo>
                  <a:lnTo>
                    <a:pt x="0" y="6005369"/>
                  </a:lnTo>
                  <a:lnTo>
                    <a:pt x="75" y="518255"/>
                  </a:lnTo>
                  <a:lnTo>
                    <a:pt x="2121" y="472527"/>
                  </a:lnTo>
                  <a:lnTo>
                    <a:pt x="8363" y="426326"/>
                  </a:lnTo>
                  <a:lnTo>
                    <a:pt x="18542" y="381517"/>
                  </a:lnTo>
                  <a:lnTo>
                    <a:pt x="32376" y="338587"/>
                  </a:lnTo>
                  <a:lnTo>
                    <a:pt x="32474" y="338281"/>
                  </a:lnTo>
                  <a:lnTo>
                    <a:pt x="49976" y="296801"/>
                  </a:lnTo>
                  <a:lnTo>
                    <a:pt x="70863" y="257258"/>
                  </a:lnTo>
                  <a:lnTo>
                    <a:pt x="94953" y="219834"/>
                  </a:lnTo>
                  <a:lnTo>
                    <a:pt x="122061" y="184710"/>
                  </a:lnTo>
                  <a:lnTo>
                    <a:pt x="152004" y="152069"/>
                  </a:lnTo>
                  <a:lnTo>
                    <a:pt x="184598" y="122092"/>
                  </a:lnTo>
                  <a:lnTo>
                    <a:pt x="219813" y="94862"/>
                  </a:lnTo>
                  <a:lnTo>
                    <a:pt x="257123" y="70795"/>
                  </a:lnTo>
                  <a:lnTo>
                    <a:pt x="296536" y="49928"/>
                  </a:lnTo>
                  <a:lnTo>
                    <a:pt x="337870" y="32443"/>
                  </a:lnTo>
                  <a:lnTo>
                    <a:pt x="380942" y="18524"/>
                  </a:lnTo>
                  <a:lnTo>
                    <a:pt x="425568" y="8355"/>
                  </a:lnTo>
                  <a:lnTo>
                    <a:pt x="471567" y="2119"/>
                  </a:lnTo>
                  <a:lnTo>
                    <a:pt x="518752" y="0"/>
                  </a:lnTo>
                  <a:lnTo>
                    <a:pt x="4338655" y="0"/>
                  </a:lnTo>
                  <a:lnTo>
                    <a:pt x="4385846" y="2119"/>
                  </a:lnTo>
                  <a:lnTo>
                    <a:pt x="4431855" y="8355"/>
                  </a:lnTo>
                  <a:lnTo>
                    <a:pt x="4476499" y="18524"/>
                  </a:lnTo>
                  <a:lnTo>
                    <a:pt x="4519594" y="32443"/>
                  </a:lnTo>
                  <a:lnTo>
                    <a:pt x="4560956" y="49928"/>
                  </a:lnTo>
                  <a:lnTo>
                    <a:pt x="4600401" y="70795"/>
                  </a:lnTo>
                  <a:lnTo>
                    <a:pt x="4621096" y="84132"/>
                  </a:lnTo>
                  <a:lnTo>
                    <a:pt x="518755" y="84132"/>
                  </a:lnTo>
                  <a:lnTo>
                    <a:pt x="471938" y="86668"/>
                  </a:lnTo>
                  <a:lnTo>
                    <a:pt x="471677" y="86668"/>
                  </a:lnTo>
                  <a:lnTo>
                    <a:pt x="426257" y="94105"/>
                  </a:lnTo>
                  <a:lnTo>
                    <a:pt x="426063" y="94105"/>
                  </a:lnTo>
                  <a:lnTo>
                    <a:pt x="381720" y="106343"/>
                  </a:lnTo>
                  <a:lnTo>
                    <a:pt x="339636" y="122900"/>
                  </a:lnTo>
                  <a:lnTo>
                    <a:pt x="299798" y="143585"/>
                  </a:lnTo>
                  <a:lnTo>
                    <a:pt x="262475" y="168130"/>
                  </a:lnTo>
                  <a:lnTo>
                    <a:pt x="227936" y="196264"/>
                  </a:lnTo>
                  <a:lnTo>
                    <a:pt x="196452" y="227718"/>
                  </a:lnTo>
                  <a:lnTo>
                    <a:pt x="168291" y="262223"/>
                  </a:lnTo>
                  <a:lnTo>
                    <a:pt x="143723" y="299511"/>
                  </a:lnTo>
                  <a:lnTo>
                    <a:pt x="123018" y="339311"/>
                  </a:lnTo>
                  <a:lnTo>
                    <a:pt x="106445" y="381355"/>
                  </a:lnTo>
                  <a:lnTo>
                    <a:pt x="94413" y="424867"/>
                  </a:lnTo>
                  <a:lnTo>
                    <a:pt x="94336" y="425144"/>
                  </a:lnTo>
                  <a:lnTo>
                    <a:pt x="94273" y="425373"/>
                  </a:lnTo>
                  <a:lnTo>
                    <a:pt x="86821" y="470803"/>
                  </a:lnTo>
                  <a:lnTo>
                    <a:pt x="86695" y="472527"/>
                  </a:lnTo>
                  <a:lnTo>
                    <a:pt x="84213" y="518255"/>
                  </a:lnTo>
                  <a:lnTo>
                    <a:pt x="84303" y="6005369"/>
                  </a:lnTo>
                  <a:lnTo>
                    <a:pt x="86757" y="6050845"/>
                  </a:lnTo>
                  <a:lnTo>
                    <a:pt x="86773" y="6051138"/>
                  </a:lnTo>
                  <a:lnTo>
                    <a:pt x="94191" y="6096568"/>
                  </a:lnTo>
                  <a:lnTo>
                    <a:pt x="94273" y="6097073"/>
                  </a:lnTo>
                  <a:lnTo>
                    <a:pt x="106445" y="6141232"/>
                  </a:lnTo>
                  <a:lnTo>
                    <a:pt x="123018" y="6183353"/>
                  </a:lnTo>
                  <a:lnTo>
                    <a:pt x="143723" y="6223178"/>
                  </a:lnTo>
                  <a:lnTo>
                    <a:pt x="168291" y="6260444"/>
                  </a:lnTo>
                  <a:lnTo>
                    <a:pt x="196452" y="6294893"/>
                  </a:lnTo>
                  <a:lnTo>
                    <a:pt x="227936" y="6326263"/>
                  </a:lnTo>
                  <a:lnTo>
                    <a:pt x="262475" y="6354295"/>
                  </a:lnTo>
                  <a:lnTo>
                    <a:pt x="299798" y="6378729"/>
                  </a:lnTo>
                  <a:lnTo>
                    <a:pt x="339636" y="6399304"/>
                  </a:lnTo>
                  <a:lnTo>
                    <a:pt x="381720" y="6415759"/>
                  </a:lnTo>
                  <a:lnTo>
                    <a:pt x="425497" y="6427758"/>
                  </a:lnTo>
                  <a:lnTo>
                    <a:pt x="425302" y="6427758"/>
                  </a:lnTo>
                  <a:lnTo>
                    <a:pt x="471419" y="6435251"/>
                  </a:lnTo>
                  <a:lnTo>
                    <a:pt x="471158" y="6435251"/>
                  </a:lnTo>
                  <a:lnTo>
                    <a:pt x="518752" y="6437809"/>
                  </a:lnTo>
                  <a:lnTo>
                    <a:pt x="4623340" y="6437809"/>
                  </a:lnTo>
                  <a:lnTo>
                    <a:pt x="4600776" y="6452392"/>
                  </a:lnTo>
                  <a:lnTo>
                    <a:pt x="4561238" y="6473378"/>
                  </a:lnTo>
                  <a:lnTo>
                    <a:pt x="4519788" y="6490968"/>
                  </a:lnTo>
                  <a:lnTo>
                    <a:pt x="4476616" y="6504974"/>
                  </a:lnTo>
                  <a:lnTo>
                    <a:pt x="4431911" y="6515210"/>
                  </a:lnTo>
                  <a:lnTo>
                    <a:pt x="4407199" y="6518580"/>
                  </a:lnTo>
                  <a:close/>
                </a:path>
                <a:path w="4850765" h="6518909">
                  <a:moveTo>
                    <a:pt x="4623340" y="6437809"/>
                  </a:moveTo>
                  <a:lnTo>
                    <a:pt x="4338655" y="6437809"/>
                  </a:lnTo>
                  <a:lnTo>
                    <a:pt x="4386153" y="6435251"/>
                  </a:lnTo>
                  <a:lnTo>
                    <a:pt x="4432132" y="6427758"/>
                  </a:lnTo>
                  <a:lnTo>
                    <a:pt x="4476333" y="6415598"/>
                  </a:lnTo>
                  <a:lnTo>
                    <a:pt x="4518495" y="6399040"/>
                  </a:lnTo>
                  <a:lnTo>
                    <a:pt x="4558357" y="6378355"/>
                  </a:lnTo>
                  <a:lnTo>
                    <a:pt x="4595659" y="6353811"/>
                  </a:lnTo>
                  <a:lnTo>
                    <a:pt x="4630141" y="6325677"/>
                  </a:lnTo>
                  <a:lnTo>
                    <a:pt x="4661542" y="6294223"/>
                  </a:lnTo>
                  <a:lnTo>
                    <a:pt x="4689601" y="6259717"/>
                  </a:lnTo>
                  <a:lnTo>
                    <a:pt x="4714058" y="6222430"/>
                  </a:lnTo>
                  <a:lnTo>
                    <a:pt x="4734652" y="6182629"/>
                  </a:lnTo>
                  <a:lnTo>
                    <a:pt x="4751123" y="6140586"/>
                  </a:lnTo>
                  <a:lnTo>
                    <a:pt x="4763072" y="6097073"/>
                  </a:lnTo>
                  <a:lnTo>
                    <a:pt x="4770607" y="6051138"/>
                  </a:lnTo>
                  <a:lnTo>
                    <a:pt x="4773103" y="6005369"/>
                  </a:lnTo>
                  <a:lnTo>
                    <a:pt x="4773194" y="518255"/>
                  </a:lnTo>
                  <a:lnTo>
                    <a:pt x="4770727" y="472527"/>
                  </a:lnTo>
                  <a:lnTo>
                    <a:pt x="4770634" y="470803"/>
                  </a:lnTo>
                  <a:lnTo>
                    <a:pt x="4763216" y="425373"/>
                  </a:lnTo>
                  <a:lnTo>
                    <a:pt x="4750962" y="380708"/>
                  </a:lnTo>
                  <a:lnTo>
                    <a:pt x="4734388" y="338587"/>
                  </a:lnTo>
                  <a:lnTo>
                    <a:pt x="4713683" y="298763"/>
                  </a:lnTo>
                  <a:lnTo>
                    <a:pt x="4689116" y="261496"/>
                  </a:lnTo>
                  <a:lnTo>
                    <a:pt x="4660955" y="227048"/>
                  </a:lnTo>
                  <a:lnTo>
                    <a:pt x="4629470" y="195677"/>
                  </a:lnTo>
                  <a:lnTo>
                    <a:pt x="4594932" y="167645"/>
                  </a:lnTo>
                  <a:lnTo>
                    <a:pt x="4557609" y="143211"/>
                  </a:lnTo>
                  <a:lnTo>
                    <a:pt x="4517770" y="122637"/>
                  </a:lnTo>
                  <a:lnTo>
                    <a:pt x="4475686" y="106181"/>
                  </a:lnTo>
                  <a:lnTo>
                    <a:pt x="4431626" y="94105"/>
                  </a:lnTo>
                  <a:lnTo>
                    <a:pt x="4385859" y="86668"/>
                  </a:lnTo>
                  <a:lnTo>
                    <a:pt x="4338655" y="84132"/>
                  </a:lnTo>
                  <a:lnTo>
                    <a:pt x="4621096" y="84132"/>
                  </a:lnTo>
                  <a:lnTo>
                    <a:pt x="4672808" y="121944"/>
                  </a:lnTo>
                  <a:lnTo>
                    <a:pt x="4705403" y="151858"/>
                  </a:lnTo>
                  <a:lnTo>
                    <a:pt x="4735345" y="184421"/>
                  </a:lnTo>
                  <a:lnTo>
                    <a:pt x="4762454" y="219449"/>
                  </a:lnTo>
                  <a:lnTo>
                    <a:pt x="4786543" y="256759"/>
                  </a:lnTo>
                  <a:lnTo>
                    <a:pt x="4807431" y="296167"/>
                  </a:lnTo>
                  <a:lnTo>
                    <a:pt x="4824932" y="337489"/>
                  </a:lnTo>
                  <a:lnTo>
                    <a:pt x="4838864" y="380543"/>
                  </a:lnTo>
                  <a:lnTo>
                    <a:pt x="4848980" y="424867"/>
                  </a:lnTo>
                  <a:lnTo>
                    <a:pt x="4850684" y="437226"/>
                  </a:lnTo>
                  <a:lnTo>
                    <a:pt x="4850684" y="6087749"/>
                  </a:lnTo>
                  <a:lnTo>
                    <a:pt x="4839515" y="6141232"/>
                  </a:lnTo>
                  <a:lnTo>
                    <a:pt x="4825612" y="6184664"/>
                  </a:lnTo>
                  <a:lnTo>
                    <a:pt x="4808163" y="6226091"/>
                  </a:lnTo>
                  <a:lnTo>
                    <a:pt x="4787292" y="6265618"/>
                  </a:lnTo>
                  <a:lnTo>
                    <a:pt x="4763188" y="6303057"/>
                  </a:lnTo>
                  <a:lnTo>
                    <a:pt x="4736039" y="6338221"/>
                  </a:lnTo>
                  <a:lnTo>
                    <a:pt x="4706034" y="6370923"/>
                  </a:lnTo>
                  <a:lnTo>
                    <a:pt x="4673363" y="6400977"/>
                  </a:lnTo>
                  <a:lnTo>
                    <a:pt x="4638214" y="6428196"/>
                  </a:lnTo>
                  <a:lnTo>
                    <a:pt x="4623340" y="643780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04671" y="2257359"/>
              <a:ext cx="4773583" cy="64422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862576" y="2215264"/>
              <a:ext cx="4858385" cy="6528434"/>
            </a:xfrm>
            <a:custGeom>
              <a:avLst/>
              <a:gdLst/>
              <a:ahLst/>
              <a:cxnLst/>
              <a:rect l="l" t="t" r="r" b="b"/>
              <a:pathLst>
                <a:path w="4858384" h="6528434">
                  <a:moveTo>
                    <a:pt x="4413637" y="6528105"/>
                  </a:moveTo>
                  <a:lnTo>
                    <a:pt x="450639" y="6528105"/>
                  </a:lnTo>
                  <a:lnTo>
                    <a:pt x="425743" y="6524731"/>
                  </a:lnTo>
                  <a:lnTo>
                    <a:pt x="425917" y="6524731"/>
                  </a:lnTo>
                  <a:lnTo>
                    <a:pt x="380914" y="6514480"/>
                  </a:lnTo>
                  <a:lnTo>
                    <a:pt x="381076" y="6514480"/>
                  </a:lnTo>
                  <a:lnTo>
                    <a:pt x="338306" y="6500666"/>
                  </a:lnTo>
                  <a:lnTo>
                    <a:pt x="296884" y="6483155"/>
                  </a:lnTo>
                  <a:lnTo>
                    <a:pt x="257381" y="6462257"/>
                  </a:lnTo>
                  <a:lnTo>
                    <a:pt x="219981" y="6438156"/>
                  </a:lnTo>
                  <a:lnTo>
                    <a:pt x="184868" y="6411034"/>
                  </a:lnTo>
                  <a:lnTo>
                    <a:pt x="152226" y="6381076"/>
                  </a:lnTo>
                  <a:lnTo>
                    <a:pt x="122239" y="6348465"/>
                  </a:lnTo>
                  <a:lnTo>
                    <a:pt x="95092" y="6313386"/>
                  </a:lnTo>
                  <a:lnTo>
                    <a:pt x="70967" y="6276022"/>
                  </a:lnTo>
                  <a:lnTo>
                    <a:pt x="50049" y="6236557"/>
                  </a:lnTo>
                  <a:lnTo>
                    <a:pt x="32522" y="6195174"/>
                  </a:lnTo>
                  <a:lnTo>
                    <a:pt x="18569" y="6152058"/>
                  </a:lnTo>
                  <a:lnTo>
                    <a:pt x="8375" y="6107391"/>
                  </a:lnTo>
                  <a:lnTo>
                    <a:pt x="2124" y="6061359"/>
                  </a:lnTo>
                  <a:lnTo>
                    <a:pt x="0" y="6014144"/>
                  </a:lnTo>
                  <a:lnTo>
                    <a:pt x="75" y="519012"/>
                  </a:lnTo>
                  <a:lnTo>
                    <a:pt x="2124" y="473217"/>
                  </a:lnTo>
                  <a:lnTo>
                    <a:pt x="8375" y="426949"/>
                  </a:lnTo>
                  <a:lnTo>
                    <a:pt x="18569" y="382074"/>
                  </a:lnTo>
                  <a:lnTo>
                    <a:pt x="32423" y="339082"/>
                  </a:lnTo>
                  <a:lnTo>
                    <a:pt x="32522" y="338775"/>
                  </a:lnTo>
                  <a:lnTo>
                    <a:pt x="50049" y="297235"/>
                  </a:lnTo>
                  <a:lnTo>
                    <a:pt x="70967" y="257634"/>
                  </a:lnTo>
                  <a:lnTo>
                    <a:pt x="95092" y="220155"/>
                  </a:lnTo>
                  <a:lnTo>
                    <a:pt x="122239" y="184980"/>
                  </a:lnTo>
                  <a:lnTo>
                    <a:pt x="152226" y="152291"/>
                  </a:lnTo>
                  <a:lnTo>
                    <a:pt x="184868" y="122270"/>
                  </a:lnTo>
                  <a:lnTo>
                    <a:pt x="220134" y="95001"/>
                  </a:lnTo>
                  <a:lnTo>
                    <a:pt x="257499" y="70899"/>
                  </a:lnTo>
                  <a:lnTo>
                    <a:pt x="296969" y="50001"/>
                  </a:lnTo>
                  <a:lnTo>
                    <a:pt x="338364" y="32490"/>
                  </a:lnTo>
                  <a:lnTo>
                    <a:pt x="381498" y="18551"/>
                  </a:lnTo>
                  <a:lnTo>
                    <a:pt x="426190" y="8367"/>
                  </a:lnTo>
                  <a:lnTo>
                    <a:pt x="472256" y="2122"/>
                  </a:lnTo>
                  <a:lnTo>
                    <a:pt x="519510" y="0"/>
                  </a:lnTo>
                  <a:lnTo>
                    <a:pt x="4344994" y="0"/>
                  </a:lnTo>
                  <a:lnTo>
                    <a:pt x="4392254" y="2122"/>
                  </a:lnTo>
                  <a:lnTo>
                    <a:pt x="4438330" y="8367"/>
                  </a:lnTo>
                  <a:lnTo>
                    <a:pt x="4483040" y="18551"/>
                  </a:lnTo>
                  <a:lnTo>
                    <a:pt x="4526197" y="32490"/>
                  </a:lnTo>
                  <a:lnTo>
                    <a:pt x="4567620" y="50001"/>
                  </a:lnTo>
                  <a:lnTo>
                    <a:pt x="4607123" y="70899"/>
                  </a:lnTo>
                  <a:lnTo>
                    <a:pt x="4627848" y="84255"/>
                  </a:lnTo>
                  <a:lnTo>
                    <a:pt x="519513" y="84255"/>
                  </a:lnTo>
                  <a:lnTo>
                    <a:pt x="472627" y="86795"/>
                  </a:lnTo>
                  <a:lnTo>
                    <a:pt x="472366" y="86795"/>
                  </a:lnTo>
                  <a:lnTo>
                    <a:pt x="426880" y="94242"/>
                  </a:lnTo>
                  <a:lnTo>
                    <a:pt x="426686" y="94242"/>
                  </a:lnTo>
                  <a:lnTo>
                    <a:pt x="382278" y="106498"/>
                  </a:lnTo>
                  <a:lnTo>
                    <a:pt x="340132" y="123080"/>
                  </a:lnTo>
                  <a:lnTo>
                    <a:pt x="300236" y="143795"/>
                  </a:lnTo>
                  <a:lnTo>
                    <a:pt x="262858" y="168375"/>
                  </a:lnTo>
                  <a:lnTo>
                    <a:pt x="228269" y="196550"/>
                  </a:lnTo>
                  <a:lnTo>
                    <a:pt x="196739" y="228051"/>
                  </a:lnTo>
                  <a:lnTo>
                    <a:pt x="168537" y="262606"/>
                  </a:lnTo>
                  <a:lnTo>
                    <a:pt x="143933" y="299948"/>
                  </a:lnTo>
                  <a:lnTo>
                    <a:pt x="123198" y="339807"/>
                  </a:lnTo>
                  <a:lnTo>
                    <a:pt x="106600" y="381912"/>
                  </a:lnTo>
                  <a:lnTo>
                    <a:pt x="94551" y="425488"/>
                  </a:lnTo>
                  <a:lnTo>
                    <a:pt x="94474" y="425765"/>
                  </a:lnTo>
                  <a:lnTo>
                    <a:pt x="94411" y="425994"/>
                  </a:lnTo>
                  <a:lnTo>
                    <a:pt x="86948" y="471491"/>
                  </a:lnTo>
                  <a:lnTo>
                    <a:pt x="86822" y="473217"/>
                  </a:lnTo>
                  <a:lnTo>
                    <a:pt x="84336" y="519012"/>
                  </a:lnTo>
                  <a:lnTo>
                    <a:pt x="84427" y="6014144"/>
                  </a:lnTo>
                  <a:lnTo>
                    <a:pt x="86884" y="6059686"/>
                  </a:lnTo>
                  <a:lnTo>
                    <a:pt x="86899" y="6059980"/>
                  </a:lnTo>
                  <a:lnTo>
                    <a:pt x="94328" y="6105476"/>
                  </a:lnTo>
                  <a:lnTo>
                    <a:pt x="94411" y="6105983"/>
                  </a:lnTo>
                  <a:lnTo>
                    <a:pt x="106600" y="6150206"/>
                  </a:lnTo>
                  <a:lnTo>
                    <a:pt x="123198" y="6192389"/>
                  </a:lnTo>
                  <a:lnTo>
                    <a:pt x="143933" y="6232271"/>
                  </a:lnTo>
                  <a:lnTo>
                    <a:pt x="168537" y="6269592"/>
                  </a:lnTo>
                  <a:lnTo>
                    <a:pt x="196739" y="6304091"/>
                  </a:lnTo>
                  <a:lnTo>
                    <a:pt x="228269" y="6335507"/>
                  </a:lnTo>
                  <a:lnTo>
                    <a:pt x="262858" y="6363581"/>
                  </a:lnTo>
                  <a:lnTo>
                    <a:pt x="300236" y="6388050"/>
                  </a:lnTo>
                  <a:lnTo>
                    <a:pt x="340132" y="6408655"/>
                  </a:lnTo>
                  <a:lnTo>
                    <a:pt x="382278" y="6425134"/>
                  </a:lnTo>
                  <a:lnTo>
                    <a:pt x="426118" y="6437150"/>
                  </a:lnTo>
                  <a:lnTo>
                    <a:pt x="425923" y="6437150"/>
                  </a:lnTo>
                  <a:lnTo>
                    <a:pt x="472107" y="6444654"/>
                  </a:lnTo>
                  <a:lnTo>
                    <a:pt x="471846" y="6444654"/>
                  </a:lnTo>
                  <a:lnTo>
                    <a:pt x="519510" y="6447216"/>
                  </a:lnTo>
                  <a:lnTo>
                    <a:pt x="4630095" y="6447216"/>
                  </a:lnTo>
                  <a:lnTo>
                    <a:pt x="4607498" y="6461820"/>
                  </a:lnTo>
                  <a:lnTo>
                    <a:pt x="4567902" y="6482837"/>
                  </a:lnTo>
                  <a:lnTo>
                    <a:pt x="4526392" y="6500453"/>
                  </a:lnTo>
                  <a:lnTo>
                    <a:pt x="4483157" y="6514480"/>
                  </a:lnTo>
                  <a:lnTo>
                    <a:pt x="4438386" y="6524731"/>
                  </a:lnTo>
                  <a:lnTo>
                    <a:pt x="4413637" y="6528105"/>
                  </a:lnTo>
                  <a:close/>
                </a:path>
                <a:path w="4858384" h="6528434">
                  <a:moveTo>
                    <a:pt x="4630095" y="6447216"/>
                  </a:moveTo>
                  <a:lnTo>
                    <a:pt x="4344994" y="6447216"/>
                  </a:lnTo>
                  <a:lnTo>
                    <a:pt x="4392561" y="6444654"/>
                  </a:lnTo>
                  <a:lnTo>
                    <a:pt x="4438608" y="6437150"/>
                  </a:lnTo>
                  <a:lnTo>
                    <a:pt x="4482873" y="6424972"/>
                  </a:lnTo>
                  <a:lnTo>
                    <a:pt x="4525097" y="6408391"/>
                  </a:lnTo>
                  <a:lnTo>
                    <a:pt x="4565017" y="6387675"/>
                  </a:lnTo>
                  <a:lnTo>
                    <a:pt x="4602374" y="6363095"/>
                  </a:lnTo>
                  <a:lnTo>
                    <a:pt x="4636906" y="6334920"/>
                  </a:lnTo>
                  <a:lnTo>
                    <a:pt x="4668352" y="6303420"/>
                  </a:lnTo>
                  <a:lnTo>
                    <a:pt x="4696452" y="6268864"/>
                  </a:lnTo>
                  <a:lnTo>
                    <a:pt x="4720945" y="6231522"/>
                  </a:lnTo>
                  <a:lnTo>
                    <a:pt x="4741570" y="6191664"/>
                  </a:lnTo>
                  <a:lnTo>
                    <a:pt x="4758065" y="6149559"/>
                  </a:lnTo>
                  <a:lnTo>
                    <a:pt x="4770031" y="6105983"/>
                  </a:lnTo>
                  <a:lnTo>
                    <a:pt x="4770091" y="6105763"/>
                  </a:lnTo>
                  <a:lnTo>
                    <a:pt x="4770170" y="6105476"/>
                  </a:lnTo>
                  <a:lnTo>
                    <a:pt x="4777577" y="6059980"/>
                  </a:lnTo>
                  <a:lnTo>
                    <a:pt x="4777625" y="6059686"/>
                  </a:lnTo>
                  <a:lnTo>
                    <a:pt x="4780077" y="6014144"/>
                  </a:lnTo>
                  <a:lnTo>
                    <a:pt x="4780168" y="519012"/>
                  </a:lnTo>
                  <a:lnTo>
                    <a:pt x="4777697" y="473217"/>
                  </a:lnTo>
                  <a:lnTo>
                    <a:pt x="4777604" y="471491"/>
                  </a:lnTo>
                  <a:lnTo>
                    <a:pt x="4770175" y="425994"/>
                  </a:lnTo>
                  <a:lnTo>
                    <a:pt x="4757903" y="381265"/>
                  </a:lnTo>
                  <a:lnTo>
                    <a:pt x="4741306" y="339082"/>
                  </a:lnTo>
                  <a:lnTo>
                    <a:pt x="4720570" y="299199"/>
                  </a:lnTo>
                  <a:lnTo>
                    <a:pt x="4695967" y="261878"/>
                  </a:lnTo>
                  <a:lnTo>
                    <a:pt x="4667765" y="227379"/>
                  </a:lnTo>
                  <a:lnTo>
                    <a:pt x="4636234" y="195963"/>
                  </a:lnTo>
                  <a:lnTo>
                    <a:pt x="4601645" y="167890"/>
                  </a:lnTo>
                  <a:lnTo>
                    <a:pt x="4564267" y="143421"/>
                  </a:lnTo>
                  <a:lnTo>
                    <a:pt x="4524371" y="122816"/>
                  </a:lnTo>
                  <a:lnTo>
                    <a:pt x="4482225" y="106336"/>
                  </a:lnTo>
                  <a:lnTo>
                    <a:pt x="4438101" y="94242"/>
                  </a:lnTo>
                  <a:lnTo>
                    <a:pt x="4392267" y="86795"/>
                  </a:lnTo>
                  <a:lnTo>
                    <a:pt x="4344994" y="84255"/>
                  </a:lnTo>
                  <a:lnTo>
                    <a:pt x="4627848" y="84255"/>
                  </a:lnTo>
                  <a:lnTo>
                    <a:pt x="4679636" y="122122"/>
                  </a:lnTo>
                  <a:lnTo>
                    <a:pt x="4712277" y="152080"/>
                  </a:lnTo>
                  <a:lnTo>
                    <a:pt x="4742264" y="184691"/>
                  </a:lnTo>
                  <a:lnTo>
                    <a:pt x="4769412" y="219770"/>
                  </a:lnTo>
                  <a:lnTo>
                    <a:pt x="4793537" y="257134"/>
                  </a:lnTo>
                  <a:lnTo>
                    <a:pt x="4814455" y="296600"/>
                  </a:lnTo>
                  <a:lnTo>
                    <a:pt x="4831982" y="337982"/>
                  </a:lnTo>
                  <a:lnTo>
                    <a:pt x="4845934" y="381099"/>
                  </a:lnTo>
                  <a:lnTo>
                    <a:pt x="4856065" y="425488"/>
                  </a:lnTo>
                  <a:lnTo>
                    <a:pt x="4857771" y="437863"/>
                  </a:lnTo>
                  <a:lnTo>
                    <a:pt x="4857771" y="6096647"/>
                  </a:lnTo>
                  <a:lnTo>
                    <a:pt x="4846585" y="6150206"/>
                  </a:lnTo>
                  <a:lnTo>
                    <a:pt x="4832662" y="6193701"/>
                  </a:lnTo>
                  <a:lnTo>
                    <a:pt x="4815188" y="6235189"/>
                  </a:lnTo>
                  <a:lnTo>
                    <a:pt x="4794286" y="6274773"/>
                  </a:lnTo>
                  <a:lnTo>
                    <a:pt x="4770147" y="6312267"/>
                  </a:lnTo>
                  <a:lnTo>
                    <a:pt x="4742958" y="6347483"/>
                  </a:lnTo>
                  <a:lnTo>
                    <a:pt x="4712910" y="6380233"/>
                  </a:lnTo>
                  <a:lnTo>
                    <a:pt x="4680191" y="6410331"/>
                  </a:lnTo>
                  <a:lnTo>
                    <a:pt x="4644991" y="6437589"/>
                  </a:lnTo>
                  <a:lnTo>
                    <a:pt x="4630095" y="6447216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96710" y="864241"/>
            <a:ext cx="304228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4550" i="0" spc="-10" dirty="0">
                <a:solidFill>
                  <a:srgbClr val="FFFFFF"/>
                </a:solidFill>
                <a:latin typeface="Roboto"/>
                <a:cs typeface="Roboto"/>
              </a:rPr>
              <a:t>SOFTWARE DESIGN</a:t>
            </a:r>
            <a:endParaRPr sz="45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321" y="3456599"/>
            <a:ext cx="5410200" cy="34093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60"/>
              </a:spcBef>
            </a:pP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Kociemba's</a:t>
            </a:r>
            <a:r>
              <a:rPr sz="23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algorithm:</a:t>
            </a:r>
            <a:endParaRPr sz="2300">
              <a:latin typeface="Lucida Sans Unicode"/>
              <a:cs typeface="Lucida Sans Unicode"/>
            </a:endParaRPr>
          </a:p>
          <a:p>
            <a:pPr marL="91440" marR="5080">
              <a:lnSpc>
                <a:spcPct val="116799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Rubik's</a:t>
            </a:r>
            <a:r>
              <a:rPr sz="23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Cube</a:t>
            </a:r>
            <a:r>
              <a:rPr sz="23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75" dirty="0">
                <a:solidFill>
                  <a:srgbClr val="FFFFFF"/>
                </a:solidFill>
                <a:latin typeface="Lucida Sans Unicode"/>
                <a:cs typeface="Lucida Sans Unicode"/>
              </a:rPr>
              <a:t>can</a:t>
            </a:r>
            <a:r>
              <a:rPr sz="23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23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solved</a:t>
            </a:r>
            <a:r>
              <a:rPr sz="2300" spc="5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sz="23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any</a:t>
            </a:r>
            <a:r>
              <a:rPr sz="23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jumbled</a:t>
            </a:r>
            <a:r>
              <a:rPr sz="23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state</a:t>
            </a:r>
            <a:r>
              <a:rPr sz="23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23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sz="23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sz="23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Kociemba</a:t>
            </a:r>
            <a:r>
              <a:rPr sz="23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algorithm</a:t>
            </a:r>
            <a:r>
              <a:rPr sz="23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3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determine </a:t>
            </a:r>
            <a:r>
              <a:rPr sz="23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effective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3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ideal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series</a:t>
            </a:r>
            <a:r>
              <a:rPr sz="23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moves.</a:t>
            </a:r>
            <a:endParaRPr sz="2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60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15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0" dirty="0">
                <a:solidFill>
                  <a:srgbClr val="FFFFFF"/>
                </a:solidFill>
                <a:latin typeface="Verdana"/>
                <a:cs typeface="Verdana"/>
              </a:rPr>
              <a:t>OpenCV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(for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color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detection).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5374"/>
            <a:ext cx="1028700" cy="2508885"/>
          </a:xfrm>
          <a:custGeom>
            <a:avLst/>
            <a:gdLst/>
            <a:ahLst/>
            <a:cxnLst/>
            <a:rect l="l" t="t" r="r" b="b"/>
            <a:pathLst>
              <a:path w="1028700" h="2508885">
                <a:moveTo>
                  <a:pt x="1028700" y="2508866"/>
                </a:moveTo>
                <a:lnTo>
                  <a:pt x="0" y="2508866"/>
                </a:lnTo>
                <a:lnTo>
                  <a:pt x="0" y="0"/>
                </a:lnTo>
                <a:lnTo>
                  <a:pt x="1028700" y="0"/>
                </a:lnTo>
                <a:lnTo>
                  <a:pt x="1028700" y="250886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8713" y="3765374"/>
            <a:ext cx="678815" cy="2508885"/>
          </a:xfrm>
          <a:custGeom>
            <a:avLst/>
            <a:gdLst/>
            <a:ahLst/>
            <a:cxnLst/>
            <a:rect l="l" t="t" r="r" b="b"/>
            <a:pathLst>
              <a:path w="678814" h="2508885">
                <a:moveTo>
                  <a:pt x="678236" y="2508866"/>
                </a:moveTo>
                <a:lnTo>
                  <a:pt x="0" y="2508866"/>
                </a:lnTo>
                <a:lnTo>
                  <a:pt x="0" y="0"/>
                </a:lnTo>
                <a:lnTo>
                  <a:pt x="678236" y="0"/>
                </a:lnTo>
                <a:lnTo>
                  <a:pt x="678236" y="250886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89850" y="3765374"/>
            <a:ext cx="389890" cy="2508885"/>
          </a:xfrm>
          <a:custGeom>
            <a:avLst/>
            <a:gdLst/>
            <a:ahLst/>
            <a:cxnLst/>
            <a:rect l="l" t="t" r="r" b="b"/>
            <a:pathLst>
              <a:path w="389889" h="2508885">
                <a:moveTo>
                  <a:pt x="389619" y="2508866"/>
                </a:moveTo>
                <a:lnTo>
                  <a:pt x="0" y="2508866"/>
                </a:lnTo>
                <a:lnTo>
                  <a:pt x="0" y="0"/>
                </a:lnTo>
                <a:lnTo>
                  <a:pt x="389619" y="0"/>
                </a:lnTo>
                <a:lnTo>
                  <a:pt x="389619" y="250886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515472" y="0"/>
            <a:ext cx="11772900" cy="10287000"/>
            <a:chOff x="6515472" y="0"/>
            <a:chExt cx="11772900" cy="10287000"/>
          </a:xfrm>
        </p:grpSpPr>
        <p:sp>
          <p:nvSpPr>
            <p:cNvPr id="6" name="object 6"/>
            <p:cNvSpPr/>
            <p:nvPr/>
          </p:nvSpPr>
          <p:spPr>
            <a:xfrm>
              <a:off x="15201900" y="0"/>
              <a:ext cx="3086100" cy="10287000"/>
            </a:xfrm>
            <a:custGeom>
              <a:avLst/>
              <a:gdLst/>
              <a:ahLst/>
              <a:cxnLst/>
              <a:rect l="l" t="t" r="r" b="b"/>
              <a:pathLst>
                <a:path w="3086100" h="10287000">
                  <a:moveTo>
                    <a:pt x="3086100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1028699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5472" y="1770857"/>
              <a:ext cx="11582399" cy="606742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97826" y="4392728"/>
            <a:ext cx="2763520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16599"/>
              </a:lnSpc>
              <a:spcBef>
                <a:spcPts val="100"/>
              </a:spcBef>
            </a:pPr>
            <a:r>
              <a:rPr sz="5200" b="0" i="0" spc="-440" dirty="0">
                <a:solidFill>
                  <a:srgbClr val="000000"/>
                </a:solidFill>
                <a:latin typeface="Arial Black"/>
                <a:cs typeface="Arial Black"/>
              </a:rPr>
              <a:t>use</a:t>
            </a:r>
            <a:r>
              <a:rPr sz="5200" b="0" i="0" spc="-500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b="0" i="0" spc="-565" dirty="0">
                <a:solidFill>
                  <a:srgbClr val="000000"/>
                </a:solidFill>
                <a:latin typeface="Arial Black"/>
                <a:cs typeface="Arial Black"/>
              </a:rPr>
              <a:t>case </a:t>
            </a:r>
            <a:r>
              <a:rPr sz="5200" b="0" i="0" spc="-375" dirty="0">
                <a:solidFill>
                  <a:srgbClr val="000000"/>
                </a:solidFill>
                <a:latin typeface="Arial Black"/>
                <a:cs typeface="Arial Black"/>
              </a:rPr>
              <a:t>diagram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2468" y="2385893"/>
              <a:ext cx="9229725" cy="40576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01989" y="1622216"/>
            <a:ext cx="614870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b="0" i="0" spc="575" dirty="0">
                <a:latin typeface="Arial MT"/>
                <a:cs typeface="Arial MT"/>
              </a:rPr>
              <a:t>METHODOLOGY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9000" y="2647154"/>
            <a:ext cx="2012950" cy="1550670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4950" b="1" spc="-960" dirty="0">
                <a:solidFill>
                  <a:srgbClr val="004AAC"/>
                </a:solidFill>
                <a:latin typeface="Verdana"/>
                <a:cs typeface="Verdana"/>
              </a:rPr>
              <a:t>01</a:t>
            </a:r>
            <a:endParaRPr sz="49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50" b="1" spc="-135" dirty="0">
                <a:solidFill>
                  <a:srgbClr val="004AAC"/>
                </a:solidFill>
                <a:latin typeface="Verdana"/>
                <a:cs typeface="Verdana"/>
              </a:rPr>
              <a:t>Initialize</a:t>
            </a:r>
            <a:r>
              <a:rPr sz="1850" b="1" spc="-8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60" dirty="0">
                <a:solidFill>
                  <a:srgbClr val="004AAC"/>
                </a:solidFill>
                <a:latin typeface="Verdana"/>
                <a:cs typeface="Verdana"/>
              </a:rPr>
              <a:t>System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6641" y="2647154"/>
            <a:ext cx="1967230" cy="188404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4950" b="1" spc="-470" dirty="0">
                <a:solidFill>
                  <a:srgbClr val="004AAC"/>
                </a:solidFill>
                <a:latin typeface="Verdana"/>
                <a:cs typeface="Verdana"/>
              </a:rPr>
              <a:t>02</a:t>
            </a:r>
            <a:endParaRPr sz="4950">
              <a:latin typeface="Verdana"/>
              <a:cs typeface="Verdana"/>
            </a:endParaRPr>
          </a:p>
          <a:p>
            <a:pPr marL="12700" marR="5080" algn="ctr">
              <a:lnSpc>
                <a:spcPct val="118200"/>
              </a:lnSpc>
              <a:spcBef>
                <a:spcPts val="675"/>
              </a:spcBef>
            </a:pPr>
            <a:r>
              <a:rPr sz="1850" b="1" spc="-75" dirty="0">
                <a:solidFill>
                  <a:srgbClr val="004AAC"/>
                </a:solidFill>
                <a:latin typeface="Verdana"/>
                <a:cs typeface="Verdana"/>
              </a:rPr>
              <a:t>Capture</a:t>
            </a:r>
            <a:r>
              <a:rPr sz="1850" b="1" spc="-114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130" dirty="0">
                <a:solidFill>
                  <a:srgbClr val="004AAC"/>
                </a:solidFill>
                <a:latin typeface="Verdana"/>
                <a:cs typeface="Verdana"/>
              </a:rPr>
              <a:t>Images </a:t>
            </a:r>
            <a:r>
              <a:rPr sz="1850" b="1" spc="-95" dirty="0">
                <a:solidFill>
                  <a:srgbClr val="004AAC"/>
                </a:solidFill>
                <a:latin typeface="Verdana"/>
                <a:cs typeface="Verdana"/>
              </a:rPr>
              <a:t>from</a:t>
            </a:r>
            <a:r>
              <a:rPr sz="1850" b="1" spc="-155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80" dirty="0">
                <a:solidFill>
                  <a:srgbClr val="004AAC"/>
                </a:solidFill>
                <a:latin typeface="Verdana"/>
                <a:cs typeface="Verdana"/>
              </a:rPr>
              <a:t>All</a:t>
            </a:r>
            <a:r>
              <a:rPr sz="1850" b="1" spc="-15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20" dirty="0">
                <a:solidFill>
                  <a:srgbClr val="004AAC"/>
                </a:solidFill>
                <a:latin typeface="Verdana"/>
                <a:cs typeface="Verdana"/>
              </a:rPr>
              <a:t>Faces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9911" y="5599683"/>
            <a:ext cx="1911350" cy="188404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4950" b="1" spc="-470" dirty="0">
                <a:solidFill>
                  <a:srgbClr val="004AAC"/>
                </a:solidFill>
                <a:latin typeface="Verdana"/>
                <a:cs typeface="Verdana"/>
              </a:rPr>
              <a:t>03</a:t>
            </a:r>
            <a:endParaRPr sz="4950">
              <a:latin typeface="Verdana"/>
              <a:cs typeface="Verdana"/>
            </a:endParaRPr>
          </a:p>
          <a:p>
            <a:pPr marL="12700" marR="5080" algn="ctr">
              <a:lnSpc>
                <a:spcPct val="118200"/>
              </a:lnSpc>
              <a:spcBef>
                <a:spcPts val="675"/>
              </a:spcBef>
            </a:pPr>
            <a:r>
              <a:rPr sz="1850" b="1" spc="-45" dirty="0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r>
              <a:rPr sz="1850" b="1" spc="-155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100" dirty="0">
                <a:solidFill>
                  <a:srgbClr val="004AAC"/>
                </a:solidFill>
                <a:latin typeface="Verdana"/>
                <a:cs typeface="Verdana"/>
              </a:rPr>
              <a:t>Colors</a:t>
            </a:r>
            <a:r>
              <a:rPr sz="1850" b="1" spc="-15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200" dirty="0">
                <a:solidFill>
                  <a:srgbClr val="004AAC"/>
                </a:solidFill>
                <a:latin typeface="Verdana"/>
                <a:cs typeface="Verdana"/>
              </a:rPr>
              <a:t>&amp; </a:t>
            </a:r>
            <a:r>
              <a:rPr sz="1850" b="1" spc="-45" dirty="0">
                <a:solidFill>
                  <a:srgbClr val="004AAC"/>
                </a:solidFill>
                <a:latin typeface="Verdana"/>
                <a:cs typeface="Verdana"/>
              </a:rPr>
              <a:t>Map</a:t>
            </a:r>
            <a:r>
              <a:rPr sz="1850" b="1" spc="-15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20" dirty="0">
                <a:solidFill>
                  <a:srgbClr val="004AAC"/>
                </a:solidFill>
                <a:latin typeface="Verdana"/>
                <a:cs typeface="Verdana"/>
              </a:rPr>
              <a:t>State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3683" y="5599683"/>
            <a:ext cx="1293495" cy="188404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4950" b="1" spc="-25" dirty="0">
                <a:solidFill>
                  <a:srgbClr val="004AAC"/>
                </a:solidFill>
                <a:latin typeface="Verdana"/>
                <a:cs typeface="Verdana"/>
              </a:rPr>
              <a:t>04</a:t>
            </a:r>
            <a:endParaRPr sz="4950">
              <a:latin typeface="Verdana"/>
              <a:cs typeface="Verdana"/>
            </a:endParaRPr>
          </a:p>
          <a:p>
            <a:pPr marL="12065" marR="5080" algn="ctr">
              <a:lnSpc>
                <a:spcPct val="118200"/>
              </a:lnSpc>
              <a:spcBef>
                <a:spcPts val="675"/>
              </a:spcBef>
            </a:pPr>
            <a:r>
              <a:rPr sz="1850" b="1" spc="-110" dirty="0">
                <a:solidFill>
                  <a:srgbClr val="004AAC"/>
                </a:solidFill>
                <a:latin typeface="Verdana"/>
                <a:cs typeface="Verdana"/>
              </a:rPr>
              <a:t>Solve</a:t>
            </a:r>
            <a:r>
              <a:rPr sz="1850" b="1" spc="-135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70" dirty="0">
                <a:solidFill>
                  <a:srgbClr val="004AAC"/>
                </a:solidFill>
                <a:latin typeface="Verdana"/>
                <a:cs typeface="Verdana"/>
              </a:rPr>
              <a:t>with </a:t>
            </a:r>
            <a:r>
              <a:rPr sz="1850" b="1" spc="-30" dirty="0">
                <a:solidFill>
                  <a:srgbClr val="004AAC"/>
                </a:solidFill>
                <a:latin typeface="Verdana"/>
                <a:cs typeface="Verdana"/>
              </a:rPr>
              <a:t>Kociemba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1109" y="5639528"/>
            <a:ext cx="2235835" cy="188404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4950" b="1" spc="-450" dirty="0">
                <a:solidFill>
                  <a:srgbClr val="004AAC"/>
                </a:solidFill>
                <a:latin typeface="Verdana"/>
                <a:cs typeface="Verdana"/>
              </a:rPr>
              <a:t>05</a:t>
            </a:r>
            <a:endParaRPr sz="4950">
              <a:latin typeface="Verdana"/>
              <a:cs typeface="Verdana"/>
            </a:endParaRPr>
          </a:p>
          <a:p>
            <a:pPr marL="12700" marR="5080" algn="ctr">
              <a:lnSpc>
                <a:spcPct val="118200"/>
              </a:lnSpc>
              <a:spcBef>
                <a:spcPts val="675"/>
              </a:spcBef>
            </a:pPr>
            <a:r>
              <a:rPr sz="1850" b="1" spc="-75" dirty="0">
                <a:solidFill>
                  <a:srgbClr val="004AAC"/>
                </a:solidFill>
                <a:latin typeface="Verdana"/>
                <a:cs typeface="Verdana"/>
              </a:rPr>
              <a:t>Execute</a:t>
            </a:r>
            <a:r>
              <a:rPr sz="1850" b="1" spc="-11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20" dirty="0">
                <a:solidFill>
                  <a:srgbClr val="004AAC"/>
                </a:solidFill>
                <a:latin typeface="Verdana"/>
                <a:cs typeface="Verdana"/>
              </a:rPr>
              <a:t>Moves </a:t>
            </a:r>
            <a:r>
              <a:rPr sz="1850" b="1" spc="-75" dirty="0">
                <a:solidFill>
                  <a:srgbClr val="004AAC"/>
                </a:solidFill>
                <a:latin typeface="Verdana"/>
                <a:cs typeface="Verdana"/>
              </a:rPr>
              <a:t>with</a:t>
            </a:r>
            <a:r>
              <a:rPr sz="1850" b="1" spc="-145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120" dirty="0">
                <a:solidFill>
                  <a:srgbClr val="004AAC"/>
                </a:solidFill>
                <a:latin typeface="Verdana"/>
                <a:cs typeface="Verdana"/>
              </a:rPr>
              <a:t>Servo</a:t>
            </a:r>
            <a:r>
              <a:rPr sz="1850" b="1" spc="-140" dirty="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sz="1850" b="1" spc="-80" dirty="0">
                <a:solidFill>
                  <a:srgbClr val="004AAC"/>
                </a:solidFill>
                <a:latin typeface="Verdana"/>
                <a:cs typeface="Verdana"/>
              </a:rPr>
              <a:t>Motors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9215" y="3567078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latin typeface="Trebuchet MS"/>
                <a:cs typeface="Trebuchet MS"/>
              </a:rPr>
              <a:t>AI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Solver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9215" y="4536935"/>
            <a:ext cx="11645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DeepCubeA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3612" y="4640864"/>
            <a:ext cx="7169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latin typeface="Trebuchet MS"/>
                <a:cs typeface="Trebuchet MS"/>
              </a:rPr>
              <a:t>RL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b="1" spc="-100" dirty="0">
                <a:latin typeface="Trebuchet MS"/>
                <a:cs typeface="Trebuchet MS"/>
              </a:rPr>
              <a:t>+</a:t>
            </a:r>
            <a:r>
              <a:rPr sz="1700" b="1" spc="-95" dirty="0">
                <a:latin typeface="Trebuchet MS"/>
                <a:cs typeface="Trebuchet MS"/>
              </a:rPr>
              <a:t> </a:t>
            </a:r>
            <a:r>
              <a:rPr sz="1700" b="1" spc="-25" dirty="0">
                <a:latin typeface="Trebuchet MS"/>
                <a:cs typeface="Trebuchet MS"/>
              </a:rPr>
              <a:t>A*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4637" y="5982195"/>
            <a:ext cx="12122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CubeMaster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3612" y="3567078"/>
            <a:ext cx="916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CNN/BFS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02740" y="3463149"/>
            <a:ext cx="14579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rebuchet MS"/>
                <a:cs typeface="Trebuchet MS"/>
              </a:rPr>
              <a:t>Physical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robot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8597" y="4613928"/>
            <a:ext cx="1158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latin typeface="Trebuchet MS"/>
                <a:cs typeface="Trebuchet MS"/>
              </a:rPr>
              <a:t>Theoretical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02740" y="4640864"/>
            <a:ext cx="18148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latin typeface="Trebuchet MS"/>
                <a:cs typeface="Trebuchet MS"/>
              </a:rPr>
              <a:t>Our</a:t>
            </a:r>
            <a:r>
              <a:rPr sz="1700" b="1" spc="-5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system</a:t>
            </a:r>
            <a:r>
              <a:rPr sz="1700" b="1" spc="-5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is</a:t>
            </a:r>
            <a:r>
              <a:rPr sz="1700" b="1" spc="-50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real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78597" y="3463149"/>
            <a:ext cx="10388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Simulated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64744" y="3463149"/>
            <a:ext cx="5041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latin typeface="Trebuchet MS"/>
                <a:cs typeface="Trebuchet MS"/>
              </a:rPr>
              <a:t>Slow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71053" y="4558948"/>
            <a:ext cx="9645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75" dirty="0">
                <a:latin typeface="Trebuchet MS"/>
                <a:cs typeface="Trebuchet MS"/>
              </a:rPr>
              <a:t>20</a:t>
            </a:r>
            <a:r>
              <a:rPr sz="1700" b="1" spc="-80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moves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43612" y="5982195"/>
            <a:ext cx="1022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CFOP/DFS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93893" y="2390618"/>
            <a:ext cx="16694150" cy="864869"/>
            <a:chOff x="1593893" y="2390618"/>
            <a:chExt cx="16694150" cy="864869"/>
          </a:xfrm>
        </p:grpSpPr>
        <p:sp>
          <p:nvSpPr>
            <p:cNvPr id="15" name="object 15"/>
            <p:cNvSpPr/>
            <p:nvPr/>
          </p:nvSpPr>
          <p:spPr>
            <a:xfrm>
              <a:off x="8433329" y="2409531"/>
              <a:ext cx="4634865" cy="845819"/>
            </a:xfrm>
            <a:custGeom>
              <a:avLst/>
              <a:gdLst/>
              <a:ahLst/>
              <a:cxnLst/>
              <a:rect l="l" t="t" r="r" b="b"/>
              <a:pathLst>
                <a:path w="4634865" h="845820">
                  <a:moveTo>
                    <a:pt x="4390533" y="845561"/>
                  </a:moveTo>
                  <a:lnTo>
                    <a:pt x="244073" y="845561"/>
                  </a:lnTo>
                  <a:lnTo>
                    <a:pt x="0" y="422780"/>
                  </a:lnTo>
                  <a:lnTo>
                    <a:pt x="244073" y="0"/>
                  </a:lnTo>
                  <a:lnTo>
                    <a:pt x="4390533" y="0"/>
                  </a:lnTo>
                  <a:lnTo>
                    <a:pt x="4634606" y="422780"/>
                  </a:lnTo>
                  <a:lnTo>
                    <a:pt x="4390533" y="845561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20985" y="2390618"/>
              <a:ext cx="4634865" cy="845819"/>
            </a:xfrm>
            <a:custGeom>
              <a:avLst/>
              <a:gdLst/>
              <a:ahLst/>
              <a:cxnLst/>
              <a:rect l="l" t="t" r="r" b="b"/>
              <a:pathLst>
                <a:path w="4634865" h="845819">
                  <a:moveTo>
                    <a:pt x="4390533" y="845561"/>
                  </a:moveTo>
                  <a:lnTo>
                    <a:pt x="244073" y="845561"/>
                  </a:lnTo>
                  <a:lnTo>
                    <a:pt x="0" y="422780"/>
                  </a:lnTo>
                  <a:lnTo>
                    <a:pt x="244073" y="0"/>
                  </a:lnTo>
                  <a:lnTo>
                    <a:pt x="4390533" y="0"/>
                  </a:lnTo>
                  <a:lnTo>
                    <a:pt x="4634606" y="422780"/>
                  </a:lnTo>
                  <a:lnTo>
                    <a:pt x="4390533" y="845561"/>
                  </a:lnTo>
                  <a:close/>
                </a:path>
              </a:pathLst>
            </a:custGeom>
            <a:solidFill>
              <a:srgbClr val="173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699610" y="2390618"/>
              <a:ext cx="3588385" cy="845819"/>
            </a:xfrm>
            <a:custGeom>
              <a:avLst/>
              <a:gdLst/>
              <a:ahLst/>
              <a:cxnLst/>
              <a:rect l="l" t="t" r="r" b="b"/>
              <a:pathLst>
                <a:path w="3588384" h="845819">
                  <a:moveTo>
                    <a:pt x="3588388" y="845561"/>
                  </a:moveTo>
                  <a:lnTo>
                    <a:pt x="244073" y="845561"/>
                  </a:lnTo>
                  <a:lnTo>
                    <a:pt x="0" y="422780"/>
                  </a:lnTo>
                  <a:lnTo>
                    <a:pt x="244073" y="0"/>
                  </a:lnTo>
                  <a:lnTo>
                    <a:pt x="3588388" y="0"/>
                  </a:lnTo>
                  <a:lnTo>
                    <a:pt x="3588388" y="845561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3893" y="2395259"/>
              <a:ext cx="4634865" cy="845819"/>
            </a:xfrm>
            <a:custGeom>
              <a:avLst/>
              <a:gdLst/>
              <a:ahLst/>
              <a:cxnLst/>
              <a:rect l="l" t="t" r="r" b="b"/>
              <a:pathLst>
                <a:path w="4634865" h="845819">
                  <a:moveTo>
                    <a:pt x="4390533" y="845561"/>
                  </a:moveTo>
                  <a:lnTo>
                    <a:pt x="244073" y="845561"/>
                  </a:lnTo>
                  <a:lnTo>
                    <a:pt x="0" y="422780"/>
                  </a:lnTo>
                  <a:lnTo>
                    <a:pt x="244073" y="0"/>
                  </a:lnTo>
                  <a:lnTo>
                    <a:pt x="4390533" y="0"/>
                  </a:lnTo>
                  <a:lnTo>
                    <a:pt x="4634606" y="422780"/>
                  </a:lnTo>
                  <a:lnTo>
                    <a:pt x="4390533" y="845561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11960" y="2409531"/>
              <a:ext cx="4634865" cy="845819"/>
            </a:xfrm>
            <a:custGeom>
              <a:avLst/>
              <a:gdLst/>
              <a:ahLst/>
              <a:cxnLst/>
              <a:rect l="l" t="t" r="r" b="b"/>
              <a:pathLst>
                <a:path w="4634865" h="845820">
                  <a:moveTo>
                    <a:pt x="4390533" y="845561"/>
                  </a:moveTo>
                  <a:lnTo>
                    <a:pt x="244073" y="845561"/>
                  </a:lnTo>
                  <a:lnTo>
                    <a:pt x="0" y="422780"/>
                  </a:lnTo>
                  <a:lnTo>
                    <a:pt x="244073" y="0"/>
                  </a:lnTo>
                  <a:lnTo>
                    <a:pt x="4390533" y="0"/>
                  </a:lnTo>
                  <a:lnTo>
                    <a:pt x="4634606" y="422780"/>
                  </a:lnTo>
                  <a:lnTo>
                    <a:pt x="4390533" y="845561"/>
                  </a:lnTo>
                  <a:close/>
                </a:path>
              </a:pathLst>
            </a:custGeom>
            <a:solidFill>
              <a:srgbClr val="173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920822" y="4215561"/>
            <a:ext cx="15601315" cy="9525"/>
          </a:xfrm>
          <a:custGeom>
            <a:avLst/>
            <a:gdLst/>
            <a:ahLst/>
            <a:cxnLst/>
            <a:rect l="l" t="t" r="r" b="b"/>
            <a:pathLst>
              <a:path w="15601315" h="9525">
                <a:moveTo>
                  <a:pt x="15600780" y="9525"/>
                </a:moveTo>
                <a:lnTo>
                  <a:pt x="0" y="9525"/>
                </a:lnTo>
                <a:lnTo>
                  <a:pt x="0" y="0"/>
                </a:lnTo>
                <a:lnTo>
                  <a:pt x="15600780" y="0"/>
                </a:lnTo>
                <a:lnTo>
                  <a:pt x="15600780" y="952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20822" y="5527471"/>
            <a:ext cx="15601315" cy="9525"/>
          </a:xfrm>
          <a:custGeom>
            <a:avLst/>
            <a:gdLst/>
            <a:ahLst/>
            <a:cxnLst/>
            <a:rect l="l" t="t" r="r" b="b"/>
            <a:pathLst>
              <a:path w="15601315" h="9525">
                <a:moveTo>
                  <a:pt x="15600780" y="9525"/>
                </a:moveTo>
                <a:lnTo>
                  <a:pt x="0" y="9525"/>
                </a:lnTo>
                <a:lnTo>
                  <a:pt x="0" y="0"/>
                </a:lnTo>
                <a:lnTo>
                  <a:pt x="15600780" y="0"/>
                </a:lnTo>
                <a:lnTo>
                  <a:pt x="15600780" y="952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0822" y="6867110"/>
            <a:ext cx="15601315" cy="9525"/>
          </a:xfrm>
          <a:custGeom>
            <a:avLst/>
            <a:gdLst/>
            <a:ahLst/>
            <a:cxnLst/>
            <a:rect l="l" t="t" r="r" b="b"/>
            <a:pathLst>
              <a:path w="15601315" h="9525">
                <a:moveTo>
                  <a:pt x="15600780" y="9525"/>
                </a:moveTo>
                <a:lnTo>
                  <a:pt x="0" y="9525"/>
                </a:lnTo>
                <a:lnTo>
                  <a:pt x="0" y="0"/>
                </a:lnTo>
                <a:lnTo>
                  <a:pt x="15600780" y="0"/>
                </a:lnTo>
                <a:lnTo>
                  <a:pt x="15600780" y="952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04766" y="2438571"/>
            <a:ext cx="892175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50" dirty="0">
                <a:latin typeface="Trebuchet MS"/>
                <a:cs typeface="Trebuchet MS"/>
              </a:rPr>
              <a:t>Project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7560" y="2505484"/>
            <a:ext cx="108902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-10" dirty="0">
                <a:latin typeface="Trebuchet MS"/>
                <a:cs typeface="Trebuchet MS"/>
              </a:rPr>
              <a:t>Method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96896" y="2503485"/>
            <a:ext cx="1374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Trebuchet MS"/>
                <a:cs typeface="Trebuchet MS"/>
              </a:rPr>
              <a:t>Hardware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868533" y="2503794"/>
            <a:ext cx="6210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5" dirty="0">
                <a:latin typeface="Trebuchet MS"/>
                <a:cs typeface="Trebuchet MS"/>
              </a:rPr>
              <a:t>Time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73778" y="2476560"/>
            <a:ext cx="1499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Advantage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78597" y="5982195"/>
            <a:ext cx="8102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Arduino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471053" y="5906397"/>
            <a:ext cx="657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latin typeface="Trebuchet MS"/>
                <a:cs typeface="Trebuchet MS"/>
              </a:rPr>
              <a:t>40</a:t>
            </a:r>
            <a:r>
              <a:rPr sz="1700" b="1" spc="-110" dirty="0">
                <a:latin typeface="Trebuchet MS"/>
                <a:cs typeface="Trebuchet MS"/>
              </a:rPr>
              <a:t> </a:t>
            </a:r>
            <a:r>
              <a:rPr sz="1700" b="1" spc="-25" dirty="0">
                <a:latin typeface="Trebuchet MS"/>
                <a:cs typeface="Trebuchet MS"/>
              </a:rPr>
              <a:t>sec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605080" y="5953620"/>
            <a:ext cx="2122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5" dirty="0">
                <a:latin typeface="Trebuchet MS"/>
                <a:cs typeface="Trebuchet MS"/>
              </a:rPr>
              <a:t>Faster,</a:t>
            </a:r>
            <a:r>
              <a:rPr sz="1700" b="1" spc="-9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simpler</a:t>
            </a:r>
            <a:r>
              <a:rPr sz="1700" b="1" spc="-85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setup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b="0" i="0" spc="-660" dirty="0">
                <a:solidFill>
                  <a:srgbClr val="135CA0"/>
                </a:solidFill>
                <a:latin typeface="Arial Black"/>
                <a:cs typeface="Arial Black"/>
              </a:rPr>
              <a:t>Related</a:t>
            </a:r>
            <a:r>
              <a:rPr sz="9200" b="0" i="0" spc="-875" dirty="0">
                <a:solidFill>
                  <a:srgbClr val="135CA0"/>
                </a:solidFill>
                <a:latin typeface="Arial Black"/>
                <a:cs typeface="Arial Black"/>
              </a:rPr>
              <a:t> </a:t>
            </a:r>
            <a:r>
              <a:rPr sz="9200" b="0" i="0" spc="-675" dirty="0">
                <a:solidFill>
                  <a:srgbClr val="135CA0"/>
                </a:solidFill>
                <a:latin typeface="Arial Black"/>
                <a:cs typeface="Arial Black"/>
              </a:rPr>
              <a:t>Work</a:t>
            </a:r>
            <a:endParaRPr sz="92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20695" cy="3707129"/>
          </a:xfrm>
          <a:custGeom>
            <a:avLst/>
            <a:gdLst/>
            <a:ahLst/>
            <a:cxnLst/>
            <a:rect l="l" t="t" r="r" b="b"/>
            <a:pathLst>
              <a:path w="3020695" h="3707129">
                <a:moveTo>
                  <a:pt x="718918" y="3706971"/>
                </a:moveTo>
                <a:lnTo>
                  <a:pt x="0" y="3288691"/>
                </a:lnTo>
                <a:lnTo>
                  <a:pt x="0" y="0"/>
                </a:lnTo>
                <a:lnTo>
                  <a:pt x="3020557" y="0"/>
                </a:lnTo>
                <a:lnTo>
                  <a:pt x="3020557" y="2367835"/>
                </a:lnTo>
                <a:lnTo>
                  <a:pt x="718918" y="3706971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642169" y="6993707"/>
            <a:ext cx="3646170" cy="3293745"/>
          </a:xfrm>
          <a:custGeom>
            <a:avLst/>
            <a:gdLst/>
            <a:ahLst/>
            <a:cxnLst/>
            <a:rect l="l" t="t" r="r" b="b"/>
            <a:pathLst>
              <a:path w="3646169" h="3293745">
                <a:moveTo>
                  <a:pt x="3645830" y="3293292"/>
                </a:moveTo>
                <a:lnTo>
                  <a:pt x="483085" y="3293292"/>
                </a:lnTo>
                <a:lnTo>
                  <a:pt x="0" y="1729992"/>
                </a:lnTo>
                <a:lnTo>
                  <a:pt x="2264592" y="0"/>
                </a:lnTo>
                <a:lnTo>
                  <a:pt x="3645830" y="1055171"/>
                </a:lnTo>
                <a:lnTo>
                  <a:pt x="3645830" y="3293292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00" y="351133"/>
            <a:ext cx="7625183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i="0" spc="-380" dirty="0">
                <a:solidFill>
                  <a:srgbClr val="000000"/>
                </a:solidFill>
                <a:latin typeface="Arial Black"/>
                <a:cs typeface="Arial Black"/>
              </a:rPr>
              <a:t>Challenges</a:t>
            </a:r>
            <a:r>
              <a:rPr sz="5200" b="0" i="0" spc="-50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b="0" i="0" spc="-1205" dirty="0">
                <a:solidFill>
                  <a:srgbClr val="000000"/>
                </a:solidFill>
                <a:latin typeface="Arial Black"/>
                <a:cs typeface="Arial Black"/>
              </a:rPr>
              <a:t>&amp;</a:t>
            </a:r>
            <a:r>
              <a:rPr sz="5200" b="0" i="0" spc="-50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b="0" i="0" spc="-300" dirty="0">
                <a:solidFill>
                  <a:srgbClr val="000000"/>
                </a:solidFill>
                <a:latin typeface="Arial Black"/>
                <a:cs typeface="Arial Black"/>
              </a:rPr>
              <a:t>Solutions</a:t>
            </a:r>
            <a:endParaRPr sz="52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00950" y="3311833"/>
            <a:ext cx="141605" cy="6975475"/>
          </a:xfrm>
          <a:custGeom>
            <a:avLst/>
            <a:gdLst/>
            <a:ahLst/>
            <a:cxnLst/>
            <a:rect l="l" t="t" r="r" b="b"/>
            <a:pathLst>
              <a:path w="141604" h="6975475">
                <a:moveTo>
                  <a:pt x="141291" y="6975166"/>
                </a:moveTo>
                <a:lnTo>
                  <a:pt x="0" y="6975166"/>
                </a:lnTo>
                <a:lnTo>
                  <a:pt x="0" y="0"/>
                </a:lnTo>
                <a:lnTo>
                  <a:pt x="141291" y="0"/>
                </a:lnTo>
                <a:lnTo>
                  <a:pt x="141291" y="697516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04944" y="2961002"/>
            <a:ext cx="3448050" cy="196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365" dirty="0">
                <a:latin typeface="Arial Black"/>
                <a:cs typeface="Arial Black"/>
              </a:rPr>
              <a:t>Challenge</a:t>
            </a:r>
            <a:endParaRPr sz="5200">
              <a:latin typeface="Arial Black"/>
              <a:cs typeface="Arial Black"/>
            </a:endParaRPr>
          </a:p>
          <a:p>
            <a:pPr marL="175260">
              <a:lnSpc>
                <a:spcPct val="100000"/>
              </a:lnSpc>
              <a:spcBef>
                <a:spcPts val="4790"/>
              </a:spcBef>
            </a:pPr>
            <a:r>
              <a:rPr sz="3500" spc="-170" dirty="0">
                <a:solidFill>
                  <a:srgbClr val="A066CB"/>
                </a:solidFill>
                <a:latin typeface="Arial Black"/>
                <a:cs typeface="Arial Black"/>
              </a:rPr>
              <a:t>Color</a:t>
            </a:r>
            <a:r>
              <a:rPr sz="3500" spc="-305" dirty="0">
                <a:solidFill>
                  <a:srgbClr val="A066CB"/>
                </a:solidFill>
                <a:latin typeface="Arial Black"/>
                <a:cs typeface="Arial Black"/>
              </a:rPr>
              <a:t> accuracy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0809" y="2961002"/>
            <a:ext cx="6396355" cy="196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29640" algn="ctr">
              <a:lnSpc>
                <a:spcPct val="100000"/>
              </a:lnSpc>
              <a:spcBef>
                <a:spcPts val="100"/>
              </a:spcBef>
            </a:pPr>
            <a:r>
              <a:rPr sz="5200" spc="-125" dirty="0">
                <a:latin typeface="Arial Black"/>
                <a:cs typeface="Arial Black"/>
              </a:rPr>
              <a:t>Solution</a:t>
            </a:r>
            <a:endParaRPr sz="5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790"/>
              </a:spcBef>
            </a:pPr>
            <a:r>
              <a:rPr sz="3500" spc="-210" dirty="0">
                <a:solidFill>
                  <a:srgbClr val="A066CB"/>
                </a:solidFill>
                <a:latin typeface="Arial Black"/>
                <a:cs typeface="Arial Black"/>
              </a:rPr>
              <a:t>Calibrated</a:t>
            </a:r>
            <a:r>
              <a:rPr sz="3500" spc="-30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245" dirty="0">
                <a:solidFill>
                  <a:srgbClr val="A066CB"/>
                </a:solidFill>
                <a:latin typeface="Arial Black"/>
                <a:cs typeface="Arial Black"/>
              </a:rPr>
              <a:t>OpenCV</a:t>
            </a:r>
            <a:r>
              <a:rPr sz="3500" spc="-30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490" dirty="0">
                <a:solidFill>
                  <a:srgbClr val="A066CB"/>
                </a:solidFill>
                <a:latin typeface="Arial Black"/>
                <a:cs typeface="Arial Black"/>
              </a:rPr>
              <a:t>+</a:t>
            </a:r>
            <a:r>
              <a:rPr sz="3500" spc="-30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185" dirty="0">
                <a:solidFill>
                  <a:srgbClr val="A066CB"/>
                </a:solidFill>
                <a:latin typeface="Arial Black"/>
                <a:cs typeface="Arial Black"/>
              </a:rPr>
              <a:t>Lighting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9570" y="6018112"/>
            <a:ext cx="30626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25" dirty="0">
                <a:solidFill>
                  <a:srgbClr val="A066CB"/>
                </a:solidFill>
                <a:latin typeface="Arial Black"/>
                <a:cs typeface="Arial Black"/>
              </a:rPr>
              <a:t>Cube</a:t>
            </a:r>
            <a:r>
              <a:rPr sz="3500" spc="-32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165" dirty="0">
                <a:solidFill>
                  <a:srgbClr val="A066CB"/>
                </a:solidFill>
                <a:latin typeface="Arial Black"/>
                <a:cs typeface="Arial Black"/>
              </a:rPr>
              <a:t>gripping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0145" y="7395652"/>
            <a:ext cx="30010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A066CB"/>
                </a:solidFill>
                <a:latin typeface="Arial Black"/>
                <a:cs typeface="Arial Black"/>
              </a:rPr>
              <a:t>Arduino</a:t>
            </a:r>
            <a:r>
              <a:rPr sz="3400" spc="-29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170" dirty="0">
                <a:solidFill>
                  <a:srgbClr val="A066CB"/>
                </a:solidFill>
                <a:latin typeface="Arial Black"/>
                <a:cs typeface="Arial Black"/>
              </a:rPr>
              <a:t>limits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3814" y="9050462"/>
            <a:ext cx="9931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15" dirty="0">
                <a:solidFill>
                  <a:srgbClr val="A066CB"/>
                </a:solidFill>
                <a:latin typeface="Arial Black"/>
                <a:cs typeface="Arial Black"/>
              </a:rPr>
              <a:t>Cost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86231" y="6018112"/>
            <a:ext cx="65055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70" dirty="0">
                <a:solidFill>
                  <a:srgbClr val="A066CB"/>
                </a:solidFill>
                <a:latin typeface="Arial Black"/>
                <a:cs typeface="Arial Black"/>
              </a:rPr>
              <a:t>3D</a:t>
            </a:r>
            <a:r>
              <a:rPr sz="3500" spc="-33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180" dirty="0">
                <a:solidFill>
                  <a:srgbClr val="A066CB"/>
                </a:solidFill>
                <a:latin typeface="Arial Black"/>
                <a:cs typeface="Arial Black"/>
              </a:rPr>
              <a:t>Printed</a:t>
            </a:r>
            <a:r>
              <a:rPr sz="3500" spc="-32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295" dirty="0">
                <a:solidFill>
                  <a:srgbClr val="A066CB"/>
                </a:solidFill>
                <a:latin typeface="Arial Black"/>
                <a:cs typeface="Arial Black"/>
              </a:rPr>
              <a:t>base</a:t>
            </a:r>
            <a:r>
              <a:rPr sz="3500" spc="-32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780" dirty="0">
                <a:solidFill>
                  <a:srgbClr val="A066CB"/>
                </a:solidFill>
                <a:latin typeface="Arial Black"/>
                <a:cs typeface="Arial Black"/>
              </a:rPr>
              <a:t>&amp;</a:t>
            </a:r>
            <a:r>
              <a:rPr sz="3500" spc="-33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165" dirty="0">
                <a:solidFill>
                  <a:srgbClr val="A066CB"/>
                </a:solidFill>
                <a:latin typeface="Arial Black"/>
                <a:cs typeface="Arial Black"/>
              </a:rPr>
              <a:t>fine</a:t>
            </a:r>
            <a:r>
              <a:rPr sz="3500" spc="-32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500" spc="-125" dirty="0">
                <a:solidFill>
                  <a:srgbClr val="A066CB"/>
                </a:solidFill>
                <a:latin typeface="Arial Black"/>
                <a:cs typeface="Arial Black"/>
              </a:rPr>
              <a:t>control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20059" y="7395652"/>
            <a:ext cx="3825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20" dirty="0">
                <a:solidFill>
                  <a:srgbClr val="A066CB"/>
                </a:solidFill>
                <a:latin typeface="Arial Black"/>
                <a:cs typeface="Arial Black"/>
              </a:rPr>
              <a:t>Raspberry</a:t>
            </a:r>
            <a:r>
              <a:rPr sz="3400" spc="-30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210" dirty="0">
                <a:solidFill>
                  <a:srgbClr val="A066CB"/>
                </a:solidFill>
                <a:latin typeface="Arial Black"/>
                <a:cs typeface="Arial Black"/>
              </a:rPr>
              <a:t>Pi</a:t>
            </a:r>
            <a:r>
              <a:rPr sz="3400" spc="-30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160" dirty="0">
                <a:solidFill>
                  <a:srgbClr val="A066CB"/>
                </a:solidFill>
                <a:latin typeface="Arial Black"/>
                <a:cs typeface="Arial Black"/>
              </a:rPr>
              <a:t>used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4363" y="9050462"/>
            <a:ext cx="61512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4" dirty="0">
                <a:solidFill>
                  <a:srgbClr val="A066CB"/>
                </a:solidFill>
                <a:latin typeface="Arial Black"/>
                <a:cs typeface="Arial Black"/>
              </a:rPr>
              <a:t>Reduced</a:t>
            </a:r>
            <a:r>
              <a:rPr sz="3400" spc="-315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310" dirty="0">
                <a:solidFill>
                  <a:srgbClr val="A066CB"/>
                </a:solidFill>
                <a:latin typeface="Arial Black"/>
                <a:cs typeface="Arial Black"/>
              </a:rPr>
              <a:t>cameras </a:t>
            </a:r>
            <a:r>
              <a:rPr sz="3400" spc="-140" dirty="0">
                <a:solidFill>
                  <a:srgbClr val="A066CB"/>
                </a:solidFill>
                <a:latin typeface="Arial Black"/>
                <a:cs typeface="Arial Black"/>
              </a:rPr>
              <a:t>from</a:t>
            </a:r>
            <a:r>
              <a:rPr sz="3400" spc="-31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75" dirty="0">
                <a:solidFill>
                  <a:srgbClr val="A066CB"/>
                </a:solidFill>
                <a:latin typeface="Arial Black"/>
                <a:cs typeface="Arial Black"/>
              </a:rPr>
              <a:t>6</a:t>
            </a:r>
            <a:r>
              <a:rPr sz="3400" spc="-31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135" dirty="0">
                <a:solidFill>
                  <a:srgbClr val="A066CB"/>
                </a:solidFill>
                <a:latin typeface="Arial Black"/>
                <a:cs typeface="Arial Black"/>
              </a:rPr>
              <a:t>to</a:t>
            </a:r>
            <a:r>
              <a:rPr sz="3400" spc="-310" dirty="0">
                <a:solidFill>
                  <a:srgbClr val="A066CB"/>
                </a:solidFill>
                <a:latin typeface="Arial Black"/>
                <a:cs typeface="Arial Black"/>
              </a:rPr>
              <a:t> </a:t>
            </a:r>
            <a:r>
              <a:rPr sz="3400" spc="-434" dirty="0">
                <a:solidFill>
                  <a:srgbClr val="A066CB"/>
                </a:solidFill>
                <a:latin typeface="Arial Black"/>
                <a:cs typeface="Arial Black"/>
              </a:rPr>
              <a:t>2</a:t>
            </a:r>
            <a:endParaRPr sz="3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547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0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9055" indent="-635" algn="ctr">
              <a:lnSpc>
                <a:spcPct val="140600"/>
              </a:lnSpc>
              <a:spcBef>
                <a:spcPts val="100"/>
              </a:spcBef>
            </a:pPr>
            <a:r>
              <a:rPr spc="-125" dirty="0"/>
              <a:t>"Cube</a:t>
            </a:r>
            <a:r>
              <a:rPr spc="-170" dirty="0"/>
              <a:t> </a:t>
            </a:r>
            <a:r>
              <a:rPr spc="-120" dirty="0"/>
              <a:t>Mind"</a:t>
            </a:r>
            <a:r>
              <a:rPr spc="-165" dirty="0"/>
              <a:t> </a:t>
            </a:r>
            <a:r>
              <a:rPr spc="-100" dirty="0"/>
              <a:t>provides</a:t>
            </a:r>
            <a:r>
              <a:rPr spc="-165" dirty="0"/>
              <a:t> </a:t>
            </a:r>
            <a:r>
              <a:rPr dirty="0"/>
              <a:t>a</a:t>
            </a:r>
            <a:r>
              <a:rPr spc="-165" dirty="0"/>
              <a:t> </a:t>
            </a:r>
            <a:r>
              <a:rPr spc="-114" dirty="0"/>
              <a:t>hands-</a:t>
            </a:r>
            <a:r>
              <a:rPr spc="-90" dirty="0"/>
              <a:t>on</a:t>
            </a:r>
            <a:r>
              <a:rPr spc="-165" dirty="0"/>
              <a:t> </a:t>
            </a:r>
            <a:r>
              <a:rPr spc="-110" dirty="0"/>
              <a:t>example</a:t>
            </a:r>
            <a:r>
              <a:rPr spc="-17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120" dirty="0"/>
              <a:t>how</a:t>
            </a:r>
            <a:r>
              <a:rPr spc="-165" dirty="0"/>
              <a:t> </a:t>
            </a:r>
            <a:r>
              <a:rPr spc="-95" dirty="0"/>
              <a:t>computer</a:t>
            </a:r>
            <a:r>
              <a:rPr spc="-165" dirty="0"/>
              <a:t> </a:t>
            </a:r>
            <a:r>
              <a:rPr spc="-10" dirty="0"/>
              <a:t>systems </a:t>
            </a:r>
            <a:r>
              <a:rPr spc="-105" dirty="0"/>
              <a:t>engineering</a:t>
            </a:r>
            <a:r>
              <a:rPr spc="-145" dirty="0"/>
              <a:t> </a:t>
            </a:r>
            <a:r>
              <a:rPr spc="-60" dirty="0"/>
              <a:t>can</a:t>
            </a:r>
            <a:r>
              <a:rPr spc="-145" dirty="0"/>
              <a:t> </a:t>
            </a:r>
            <a:r>
              <a:rPr spc="-80" dirty="0"/>
              <a:t>address</a:t>
            </a:r>
            <a:r>
              <a:rPr spc="-145" dirty="0"/>
              <a:t> </a:t>
            </a:r>
            <a:r>
              <a:rPr spc="-70" dirty="0"/>
              <a:t>practical</a:t>
            </a:r>
            <a:r>
              <a:rPr spc="-145" dirty="0"/>
              <a:t> </a:t>
            </a:r>
            <a:r>
              <a:rPr spc="-180" dirty="0"/>
              <a:t>issues.</a:t>
            </a:r>
            <a:r>
              <a:rPr spc="-145" dirty="0"/>
              <a:t> </a:t>
            </a:r>
            <a:r>
              <a:rPr spc="-105" dirty="0"/>
              <a:t>Using</a:t>
            </a:r>
            <a:r>
              <a:rPr spc="-140" dirty="0"/>
              <a:t> </a:t>
            </a:r>
            <a:r>
              <a:rPr spc="-90" dirty="0"/>
              <a:t>Kociemba's</a:t>
            </a:r>
            <a:r>
              <a:rPr spc="-145" dirty="0"/>
              <a:t> </a:t>
            </a:r>
            <a:r>
              <a:rPr spc="-10" dirty="0"/>
              <a:t>algorithm, </a:t>
            </a:r>
            <a:r>
              <a:rPr spc="-95" dirty="0"/>
              <a:t>computer</a:t>
            </a:r>
            <a:r>
              <a:rPr spc="-170" dirty="0"/>
              <a:t> vision,</a:t>
            </a:r>
            <a:r>
              <a:rPr spc="-165" dirty="0"/>
              <a:t> </a:t>
            </a:r>
            <a:r>
              <a:rPr spc="-75" dirty="0"/>
              <a:t>and</a:t>
            </a:r>
            <a:r>
              <a:rPr spc="-165" dirty="0"/>
              <a:t> </a:t>
            </a:r>
            <a:r>
              <a:rPr spc="-80" dirty="0"/>
              <a:t>embedded</a:t>
            </a:r>
            <a:r>
              <a:rPr spc="-165" dirty="0"/>
              <a:t> </a:t>
            </a:r>
            <a:r>
              <a:rPr spc="-160" dirty="0"/>
              <a:t>systems,</a:t>
            </a:r>
            <a:r>
              <a:rPr spc="-165" dirty="0"/>
              <a:t> </a:t>
            </a:r>
            <a:r>
              <a:rPr spc="-130" dirty="0"/>
              <a:t>we</a:t>
            </a:r>
            <a:r>
              <a:rPr spc="-165" dirty="0"/>
              <a:t> </a:t>
            </a:r>
            <a:r>
              <a:rPr spc="-114" dirty="0"/>
              <a:t>were</a:t>
            </a:r>
            <a:r>
              <a:rPr spc="-165" dirty="0"/>
              <a:t> </a:t>
            </a:r>
            <a:r>
              <a:rPr spc="-60" dirty="0"/>
              <a:t>able</a:t>
            </a:r>
            <a:r>
              <a:rPr spc="-170" dirty="0"/>
              <a:t> </a:t>
            </a:r>
            <a:r>
              <a:rPr spc="-85" dirty="0"/>
              <a:t>to</a:t>
            </a:r>
            <a:r>
              <a:rPr spc="-165" dirty="0"/>
              <a:t> </a:t>
            </a:r>
            <a:r>
              <a:rPr spc="-70" dirty="0"/>
              <a:t>create</a:t>
            </a:r>
            <a:r>
              <a:rPr spc="-165" dirty="0"/>
              <a:t> </a:t>
            </a:r>
            <a:r>
              <a:rPr dirty="0"/>
              <a:t>a</a:t>
            </a:r>
            <a:r>
              <a:rPr spc="-165" dirty="0"/>
              <a:t> </a:t>
            </a:r>
            <a:r>
              <a:rPr spc="-20" dirty="0"/>
              <a:t>robot </a:t>
            </a:r>
            <a:r>
              <a:rPr spc="-110" dirty="0"/>
              <a:t>that</a:t>
            </a:r>
            <a:r>
              <a:rPr spc="-180" dirty="0"/>
              <a:t> </a:t>
            </a:r>
            <a:r>
              <a:rPr spc="-60" dirty="0"/>
              <a:t>can</a:t>
            </a:r>
            <a:r>
              <a:rPr spc="-175" dirty="0"/>
              <a:t> </a:t>
            </a:r>
            <a:r>
              <a:rPr spc="-100" dirty="0"/>
              <a:t>solve</a:t>
            </a:r>
            <a:r>
              <a:rPr spc="-175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275" dirty="0"/>
              <a:t>3x3</a:t>
            </a:r>
            <a:r>
              <a:rPr spc="-175" dirty="0"/>
              <a:t> </a:t>
            </a:r>
            <a:r>
              <a:rPr spc="-135" dirty="0"/>
              <a:t>Rubik's</a:t>
            </a:r>
            <a:r>
              <a:rPr spc="-175" dirty="0"/>
              <a:t> </a:t>
            </a:r>
            <a:r>
              <a:rPr spc="-105" dirty="0"/>
              <a:t>Cube</a:t>
            </a:r>
            <a:r>
              <a:rPr spc="-175" dirty="0"/>
              <a:t> </a:t>
            </a:r>
            <a:r>
              <a:rPr spc="-90" dirty="0"/>
              <a:t>on</a:t>
            </a:r>
            <a:r>
              <a:rPr spc="-180" dirty="0"/>
              <a:t> </a:t>
            </a:r>
            <a:r>
              <a:rPr spc="-140" dirty="0"/>
              <a:t>its</a:t>
            </a:r>
            <a:r>
              <a:rPr spc="-175" dirty="0"/>
              <a:t> </a:t>
            </a:r>
            <a:r>
              <a:rPr spc="-20" dirty="0"/>
              <a:t>own.</a:t>
            </a: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pc="-20" dirty="0"/>
          </a:p>
          <a:p>
            <a:pPr marL="252095" marR="244475" indent="19685" algn="just">
              <a:lnSpc>
                <a:spcPct val="140600"/>
              </a:lnSpc>
              <a:spcBef>
                <a:spcPts val="5"/>
              </a:spcBef>
            </a:pPr>
            <a:r>
              <a:rPr spc="-125" dirty="0"/>
              <a:t>The</a:t>
            </a:r>
            <a:r>
              <a:rPr spc="-80" dirty="0"/>
              <a:t> </a:t>
            </a:r>
            <a:r>
              <a:rPr spc="-100" dirty="0"/>
              <a:t>project</a:t>
            </a:r>
            <a:r>
              <a:rPr spc="-75" dirty="0"/>
              <a:t> </a:t>
            </a:r>
            <a:r>
              <a:rPr spc="-105" dirty="0"/>
              <a:t>demonstrated</a:t>
            </a:r>
            <a:r>
              <a:rPr spc="-75" dirty="0"/>
              <a:t> </a:t>
            </a:r>
            <a:r>
              <a:rPr spc="-130" dirty="0"/>
              <a:t>excellent</a:t>
            </a:r>
            <a:r>
              <a:rPr spc="-75" dirty="0"/>
              <a:t> </a:t>
            </a:r>
            <a:r>
              <a:rPr spc="-65" dirty="0"/>
              <a:t>color</a:t>
            </a:r>
            <a:r>
              <a:rPr spc="-80" dirty="0"/>
              <a:t> </a:t>
            </a:r>
            <a:r>
              <a:rPr spc="-105" dirty="0"/>
              <a:t>detection</a:t>
            </a:r>
            <a:r>
              <a:rPr spc="-75" dirty="0"/>
              <a:t> </a:t>
            </a:r>
            <a:r>
              <a:rPr spc="-95" dirty="0"/>
              <a:t>and</a:t>
            </a:r>
            <a:r>
              <a:rPr spc="-75" dirty="0"/>
              <a:t> </a:t>
            </a:r>
            <a:r>
              <a:rPr spc="-105" dirty="0"/>
              <a:t>motor</a:t>
            </a:r>
            <a:r>
              <a:rPr spc="-75" dirty="0"/>
              <a:t> </a:t>
            </a:r>
            <a:r>
              <a:rPr spc="-25" dirty="0"/>
              <a:t>control </a:t>
            </a:r>
            <a:r>
              <a:rPr spc="-80" dirty="0"/>
              <a:t>performance</a:t>
            </a:r>
            <a:r>
              <a:rPr spc="-135" dirty="0"/>
              <a:t> </a:t>
            </a:r>
            <a:r>
              <a:rPr spc="-95" dirty="0"/>
              <a:t>and</a:t>
            </a:r>
            <a:r>
              <a:rPr spc="-114" dirty="0"/>
              <a:t> </a:t>
            </a:r>
            <a:r>
              <a:rPr spc="-95" dirty="0"/>
              <a:t>validated</a:t>
            </a:r>
            <a:r>
              <a:rPr spc="-114" dirty="0"/>
              <a:t> </a:t>
            </a:r>
            <a:r>
              <a:rPr spc="-135" dirty="0"/>
              <a:t>our</a:t>
            </a:r>
            <a:r>
              <a:rPr spc="-10" dirty="0"/>
              <a:t> </a:t>
            </a:r>
            <a:r>
              <a:rPr spc="-105" dirty="0"/>
              <a:t>technical</a:t>
            </a:r>
            <a:r>
              <a:rPr spc="-10" dirty="0"/>
              <a:t> </a:t>
            </a:r>
            <a:r>
              <a:rPr spc="-150" dirty="0"/>
              <a:t>decisions.</a:t>
            </a:r>
            <a:r>
              <a:rPr spc="-10" dirty="0"/>
              <a:t> </a:t>
            </a:r>
            <a:r>
              <a:rPr spc="-535" dirty="0"/>
              <a:t>It</a:t>
            </a:r>
            <a:r>
              <a:rPr spc="320" dirty="0"/>
              <a:t> </a:t>
            </a:r>
            <a:r>
              <a:rPr spc="-100" dirty="0"/>
              <a:t>displays</a:t>
            </a:r>
            <a:r>
              <a:rPr spc="-10" dirty="0"/>
              <a:t> </a:t>
            </a:r>
            <a:r>
              <a:rPr spc="-60" dirty="0"/>
              <a:t>creative </a:t>
            </a:r>
            <a:r>
              <a:rPr spc="-100" dirty="0"/>
              <a:t>problem-</a:t>
            </a:r>
            <a:r>
              <a:rPr spc="-145" dirty="0"/>
              <a:t>solving,</a:t>
            </a:r>
            <a:r>
              <a:rPr spc="-150" dirty="0"/>
              <a:t> </a:t>
            </a:r>
            <a:r>
              <a:rPr spc="-85" dirty="0"/>
              <a:t>efficient</a:t>
            </a:r>
            <a:r>
              <a:rPr spc="-145" dirty="0"/>
              <a:t> </a:t>
            </a:r>
            <a:r>
              <a:rPr spc="-140" dirty="0"/>
              <a:t>teamwork,</a:t>
            </a:r>
            <a:r>
              <a:rPr spc="-150" dirty="0"/>
              <a:t> </a:t>
            </a:r>
            <a:r>
              <a:rPr spc="-75" dirty="0"/>
              <a:t>and</a:t>
            </a:r>
            <a:r>
              <a:rPr spc="-145" dirty="0"/>
              <a:t> </a:t>
            </a:r>
            <a:r>
              <a:rPr spc="-75" dirty="0"/>
              <a:t>applied</a:t>
            </a:r>
            <a:r>
              <a:rPr spc="-150" dirty="0"/>
              <a:t> </a:t>
            </a:r>
            <a:r>
              <a:rPr spc="-105" dirty="0"/>
              <a:t>engineering</a:t>
            </a:r>
            <a:r>
              <a:rPr spc="-145" dirty="0"/>
              <a:t> </a:t>
            </a:r>
            <a:r>
              <a:rPr spc="-60" dirty="0"/>
              <a:t>abilities.</a:t>
            </a: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pc="-60" dirty="0"/>
          </a:p>
          <a:p>
            <a:pPr marL="12700" marR="5080" algn="ctr">
              <a:lnSpc>
                <a:spcPct val="140600"/>
              </a:lnSpc>
            </a:pPr>
            <a:r>
              <a:rPr spc="-110" dirty="0"/>
              <a:t>Our</a:t>
            </a:r>
            <a:r>
              <a:rPr spc="-170" dirty="0"/>
              <a:t> </a:t>
            </a:r>
            <a:r>
              <a:rPr spc="-55" dirty="0"/>
              <a:t>goals</a:t>
            </a:r>
            <a:r>
              <a:rPr spc="-170" dirty="0"/>
              <a:t> </a:t>
            </a:r>
            <a:r>
              <a:rPr spc="-45" dirty="0"/>
              <a:t>for</a:t>
            </a:r>
            <a:r>
              <a:rPr spc="-170" dirty="0"/>
              <a:t> </a:t>
            </a:r>
            <a:r>
              <a:rPr spc="-135" dirty="0"/>
              <a:t>Senior</a:t>
            </a:r>
            <a:r>
              <a:rPr spc="-170" dirty="0"/>
              <a:t> </a:t>
            </a:r>
            <a:r>
              <a:rPr spc="-85" dirty="0"/>
              <a:t>Project</a:t>
            </a:r>
            <a:r>
              <a:rPr spc="-170" dirty="0"/>
              <a:t> </a:t>
            </a:r>
            <a:r>
              <a:rPr spc="-420" dirty="0"/>
              <a:t>II</a:t>
            </a:r>
            <a:r>
              <a:rPr spc="-170" dirty="0"/>
              <a:t> </a:t>
            </a:r>
            <a:r>
              <a:rPr spc="-55" dirty="0"/>
              <a:t>are</a:t>
            </a:r>
            <a:r>
              <a:rPr spc="-170" dirty="0"/>
              <a:t> </a:t>
            </a:r>
            <a:r>
              <a:rPr spc="-85" dirty="0"/>
              <a:t>to</a:t>
            </a:r>
            <a:r>
              <a:rPr spc="-170" dirty="0"/>
              <a:t> </a:t>
            </a:r>
            <a:r>
              <a:rPr spc="-90" dirty="0"/>
              <a:t>increase</a:t>
            </a:r>
            <a:r>
              <a:rPr spc="-170" dirty="0"/>
              <a:t> </a:t>
            </a:r>
            <a:r>
              <a:rPr spc="-135" dirty="0"/>
              <a:t>the</a:t>
            </a:r>
            <a:r>
              <a:rPr spc="-170" dirty="0"/>
              <a:t> </a:t>
            </a:r>
            <a:r>
              <a:rPr spc="-95" dirty="0"/>
              <a:t>robot's</a:t>
            </a:r>
            <a:r>
              <a:rPr spc="-170" dirty="0"/>
              <a:t> </a:t>
            </a:r>
            <a:r>
              <a:rPr spc="-135" dirty="0"/>
              <a:t>speed,</a:t>
            </a:r>
            <a:r>
              <a:rPr spc="-170" dirty="0"/>
              <a:t> </a:t>
            </a:r>
            <a:r>
              <a:rPr spc="-70" dirty="0"/>
              <a:t>accuracy, </a:t>
            </a:r>
            <a:r>
              <a:rPr spc="-75" dirty="0"/>
              <a:t>and</a:t>
            </a:r>
            <a:r>
              <a:rPr spc="-165" dirty="0"/>
              <a:t> </a:t>
            </a:r>
            <a:r>
              <a:rPr spc="-40" dirty="0"/>
              <a:t>capabilities.</a:t>
            </a:r>
          </a:p>
        </p:txBody>
      </p:sp>
      <p:sp>
        <p:nvSpPr>
          <p:cNvPr id="5" name="object 5"/>
          <p:cNvSpPr/>
          <p:nvPr/>
        </p:nvSpPr>
        <p:spPr>
          <a:xfrm>
            <a:off x="6071281" y="1861019"/>
            <a:ext cx="6492240" cy="76200"/>
          </a:xfrm>
          <a:custGeom>
            <a:avLst/>
            <a:gdLst/>
            <a:ahLst/>
            <a:cxnLst/>
            <a:rect l="l" t="t" r="r" b="b"/>
            <a:pathLst>
              <a:path w="6492240" h="76200">
                <a:moveTo>
                  <a:pt x="6492239" y="76200"/>
                </a:moveTo>
                <a:lnTo>
                  <a:pt x="0" y="76200"/>
                </a:lnTo>
                <a:lnTo>
                  <a:pt x="0" y="0"/>
                </a:lnTo>
                <a:lnTo>
                  <a:pt x="6492239" y="0"/>
                </a:lnTo>
                <a:lnTo>
                  <a:pt x="6492239" y="7620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7880" y="8751634"/>
            <a:ext cx="6492240" cy="76200"/>
          </a:xfrm>
          <a:custGeom>
            <a:avLst/>
            <a:gdLst/>
            <a:ahLst/>
            <a:cxnLst/>
            <a:rect l="l" t="t" r="r" b="b"/>
            <a:pathLst>
              <a:path w="6492240" h="76200">
                <a:moveTo>
                  <a:pt x="6492239" y="76200"/>
                </a:moveTo>
                <a:lnTo>
                  <a:pt x="0" y="76200"/>
                </a:lnTo>
                <a:lnTo>
                  <a:pt x="0" y="0"/>
                </a:lnTo>
                <a:lnTo>
                  <a:pt x="6492239" y="0"/>
                </a:lnTo>
                <a:lnTo>
                  <a:pt x="6492239" y="7620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8020" y="1210432"/>
            <a:ext cx="228727" cy="2270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7842" y="1208865"/>
            <a:ext cx="228726" cy="2270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8080" y="1210432"/>
            <a:ext cx="228727" cy="2270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8002" y="1210432"/>
            <a:ext cx="228727" cy="2270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7878" y="1210432"/>
            <a:ext cx="228727" cy="2270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7842" y="9142748"/>
            <a:ext cx="228726" cy="2270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68020" y="9144316"/>
            <a:ext cx="228727" cy="22705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8080" y="9144316"/>
            <a:ext cx="228727" cy="22705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88002" y="9144316"/>
            <a:ext cx="228727" cy="22705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47878" y="9144316"/>
            <a:ext cx="228727" cy="2270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97879" y="2215083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04A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7816" y="1125440"/>
            <a:ext cx="229288" cy="2277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7540" y="1127595"/>
            <a:ext cx="229291" cy="2277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7582" y="1127595"/>
            <a:ext cx="229291" cy="2277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7484" y="1127598"/>
            <a:ext cx="229291" cy="2277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7341" y="1127595"/>
            <a:ext cx="229291" cy="2277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97879" y="8159882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04A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7816" y="9017175"/>
            <a:ext cx="229288" cy="2277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540" y="9019330"/>
            <a:ext cx="229291" cy="2277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7582" y="9019330"/>
            <a:ext cx="229291" cy="2277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87484" y="9019333"/>
            <a:ext cx="229291" cy="22771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47341" y="9019330"/>
            <a:ext cx="229291" cy="2277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511435"/>
            <a:ext cx="4242531" cy="37755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388727" y="0"/>
            <a:ext cx="3899271" cy="413405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518836" y="1197028"/>
            <a:ext cx="9250045" cy="5546090"/>
          </a:xfrm>
          <a:prstGeom prst="rect">
            <a:avLst/>
          </a:prstGeom>
        </p:spPr>
        <p:txBody>
          <a:bodyPr vert="horz" wrap="square" lIns="0" tIns="132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25"/>
              </a:spcBef>
            </a:pPr>
            <a:r>
              <a:rPr sz="18550" spc="-2060" dirty="0"/>
              <a:t>Thank</a:t>
            </a:r>
            <a:r>
              <a:rPr sz="18550" spc="275" dirty="0"/>
              <a:t> </a:t>
            </a:r>
            <a:r>
              <a:rPr sz="18550" spc="-1860" dirty="0"/>
              <a:t>you</a:t>
            </a:r>
            <a:endParaRPr sz="18550"/>
          </a:p>
          <a:p>
            <a:pPr marR="621030" algn="ctr">
              <a:lnSpc>
                <a:spcPct val="100000"/>
              </a:lnSpc>
              <a:spcBef>
                <a:spcPts val="3440"/>
              </a:spcBef>
            </a:pPr>
            <a:r>
              <a:rPr sz="6200" b="0" i="0" spc="-450" dirty="0">
                <a:latin typeface="Arial Black"/>
                <a:cs typeface="Arial Black"/>
              </a:rPr>
              <a:t>Questions?</a:t>
            </a:r>
            <a:endParaRPr sz="6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510</Words>
  <Application>Microsoft Office PowerPoint</Application>
  <PresentationFormat>Custom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SimSun-ExtB</vt:lpstr>
      <vt:lpstr>Arial</vt:lpstr>
      <vt:lpstr>Arial Black</vt:lpstr>
      <vt:lpstr>Arial MT</vt:lpstr>
      <vt:lpstr>Cambria</vt:lpstr>
      <vt:lpstr>Lucida Sans Unicode</vt:lpstr>
      <vt:lpstr>Roboto</vt:lpstr>
      <vt:lpstr>Trebuchet MS</vt:lpstr>
      <vt:lpstr>Verdana</vt:lpstr>
      <vt:lpstr>Office Theme</vt:lpstr>
      <vt:lpstr>Cube Mind – Rubik’s Cube Solver</vt:lpstr>
      <vt:lpstr>Team Members</vt:lpstr>
      <vt:lpstr>PowerPoint Presentation</vt:lpstr>
      <vt:lpstr>PowerPoint Presentation</vt:lpstr>
      <vt:lpstr>PowerPoint Presentation</vt:lpstr>
      <vt:lpstr>FEATURES</vt:lpstr>
      <vt:lpstr>PowerPoint Presentation</vt:lpstr>
      <vt:lpstr>PowerPoint Presentation</vt:lpstr>
      <vt:lpstr>Project Objectives</vt:lpstr>
      <vt:lpstr>PowerPoint Presentation</vt:lpstr>
      <vt:lpstr>Hardware Design</vt:lpstr>
      <vt:lpstr>Hardware Design</vt:lpstr>
      <vt:lpstr>Hardware Design</vt:lpstr>
      <vt:lpstr>Hardware Design</vt:lpstr>
      <vt:lpstr>SOFTWARE DESIGN</vt:lpstr>
      <vt:lpstr>use case diagram</vt:lpstr>
      <vt:lpstr>METHODOLOGY</vt:lpstr>
      <vt:lpstr>Related Work</vt:lpstr>
      <vt:lpstr>Challenges &amp; Solutions</vt:lpstr>
      <vt:lpstr>Conclusion</vt:lpstr>
      <vt:lpstr>Thank you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ahmad khaldy</dc:creator>
  <cp:keywords>DAGseRLpYjw,BAGseXxMKcI,0FC2DD</cp:keywords>
  <cp:lastModifiedBy>Louay</cp:lastModifiedBy>
  <cp:revision>2</cp:revision>
  <dcterms:created xsi:type="dcterms:W3CDTF">2025-07-08T12:14:31Z</dcterms:created>
  <dcterms:modified xsi:type="dcterms:W3CDTF">2025-07-08T14:43:50Z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2025-07-08T00:00:00Z</vt:filetime>
  </property>
  <property fmtid="{D5CDD505-2E9C-101B-9397-08002B2CF9AE}" pid="3" name="Creator">
    <vt:lpwstr>Canva (Renderer mixed)</vt:lpwstr>
  </property>
  <property fmtid="{D5CDD505-2E9C-101B-9397-08002B2CF9AE}" pid="4" name="LastSaved">
    <vt:filetime>2025-07-08T00:00:00Z</vt:filetime>
  </property>
  <property fmtid="{D5CDD505-2E9C-101B-9397-08002B2CF9AE}" pid="5" name="Producer">
    <vt:lpwstr>Canva (Renderer mixed)</vt:lpwstr>
  </property>
  <property fmtid="{D5CDD505-2E9C-101B-9397-08002B2CF9AE}" pid="6" name="containsAiGeneratedContent">
    <vt:lpwstr>Yes</vt:lpwstr>
  </property>
</Properties>
</file>